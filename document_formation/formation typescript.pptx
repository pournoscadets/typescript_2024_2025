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28"/>
  </p:notesMasterIdLst>
  <p:sldIdLst>
    <p:sldId id="256" r:id="rId2"/>
    <p:sldId id="259" r:id="rId3"/>
    <p:sldId id="258" r:id="rId4"/>
    <p:sldId id="260" r:id="rId5"/>
    <p:sldId id="261" r:id="rId6"/>
    <p:sldId id="297" r:id="rId7"/>
    <p:sldId id="296" r:id="rId8"/>
    <p:sldId id="299" r:id="rId9"/>
    <p:sldId id="300" r:id="rId10"/>
    <p:sldId id="301" r:id="rId11"/>
    <p:sldId id="304" r:id="rId12"/>
    <p:sldId id="303" r:id="rId13"/>
    <p:sldId id="302" r:id="rId14"/>
    <p:sldId id="308" r:id="rId15"/>
    <p:sldId id="305" r:id="rId16"/>
    <p:sldId id="306" r:id="rId17"/>
    <p:sldId id="307" r:id="rId18"/>
    <p:sldId id="309" r:id="rId19"/>
    <p:sldId id="263" r:id="rId20"/>
    <p:sldId id="310" r:id="rId21"/>
    <p:sldId id="311" r:id="rId22"/>
    <p:sldId id="312" r:id="rId23"/>
    <p:sldId id="313" r:id="rId24"/>
    <p:sldId id="314" r:id="rId25"/>
    <p:sldId id="275" r:id="rId26"/>
    <p:sldId id="277" r:id="rId27"/>
  </p:sldIdLst>
  <p:sldSz cx="9144000" cy="5143500" type="screen16x9"/>
  <p:notesSz cx="6858000" cy="9144000"/>
  <p:embeddedFontLst>
    <p:embeddedFont>
      <p:font typeface="Denk One" panose="020B0604020202020204" charset="0"/>
      <p:regular r:id="rId29"/>
    </p:embeddedFont>
    <p:embeddedFont>
      <p:font typeface="Fira Sans Extra Condensed" panose="020B0503050000020004" pitchFamily="34" charset="0"/>
      <p:regular r:id="rId30"/>
      <p:bold r:id="rId31"/>
      <p:italic r:id="rId32"/>
      <p:boldItalic r:id="rId33"/>
    </p:embeddedFont>
    <p:embeddedFont>
      <p:font typeface="Nunito Light" pitchFamily="2" charset="0"/>
      <p:regular r:id="rId34"/>
      <p:italic r:id="rId35"/>
    </p:embeddedFont>
    <p:embeddedFont>
      <p:font typeface="Quantico" panose="020B0604020202020204" charset="0"/>
      <p:regular r:id="rId36"/>
      <p:bold r:id="rId37"/>
      <p:italic r:id="rId38"/>
      <p:boldItalic r:id="rId39"/>
    </p:embeddedFont>
    <p:embeddedFont>
      <p:font typeface="Source Code Pro" panose="020B0509030403020204" pitchFamily="49" charset="0"/>
      <p:regular r:id="rId40"/>
      <p:bold r:id="rId41"/>
      <p:italic r:id="rId42"/>
      <p:boldItalic r:id="rId43"/>
    </p:embeddedFont>
    <p:embeddedFont>
      <p:font typeface="Source Code Pro Medium" panose="020B0509030403020204" pitchFamily="49" charset="0"/>
      <p:regular r:id="rId44"/>
      <p:bold r:id="rId45"/>
      <p:italic r:id="rId46"/>
      <p:boldItalic r:id="rId4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4C666E8-164C-4CC6-BE36-8DB635A2A84A}">
  <a:tblStyle styleId="{14C666E8-164C-4CC6-BE36-8DB635A2A84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EED995D-AE95-485C-81FB-A4681FB125B0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1.fntdata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2" Type="http://schemas.openxmlformats.org/officeDocument/2006/relationships/font" Target="fonts/font14.fntdata"/><Relationship Id="rId47" Type="http://schemas.openxmlformats.org/officeDocument/2006/relationships/font" Target="fonts/font19.fnt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1.fntdata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font" Target="fonts/font12.fntdata"/><Relationship Id="rId45" Type="http://schemas.openxmlformats.org/officeDocument/2006/relationships/font" Target="fonts/font1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4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schemas.openxmlformats.org/officeDocument/2006/relationships/font" Target="fonts/font15.fntdata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font" Target="fonts/font10.fntdata"/><Relationship Id="rId46" Type="http://schemas.openxmlformats.org/officeDocument/2006/relationships/font" Target="fonts/font18.fntdata"/><Relationship Id="rId20" Type="http://schemas.openxmlformats.org/officeDocument/2006/relationships/slide" Target="slides/slide19.xml"/><Relationship Id="rId41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0f7af2584a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20f7af2584a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cc9050bdf8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cc9050bdf8_0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1f30c3009d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21f30c3009d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fd1541d378_0_5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fd1541d378_0_5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cc9050bdf8_0_2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cc9050bdf8_0_2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>
          <a:extLst>
            <a:ext uri="{FF2B5EF4-FFF2-40B4-BE49-F238E27FC236}">
              <a16:creationId xmlns:a16="http://schemas.microsoft.com/office/drawing/2014/main" id="{DCCDB4BB-4688-CD2E-31EA-4372D3C17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cc9050bdf8_0_241:notes">
            <a:extLst>
              <a:ext uri="{FF2B5EF4-FFF2-40B4-BE49-F238E27FC236}">
                <a16:creationId xmlns:a16="http://schemas.microsoft.com/office/drawing/2014/main" id="{AFFEA034-3550-D703-FCFC-872D4476DA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cc9050bdf8_0_241:notes">
            <a:extLst>
              <a:ext uri="{FF2B5EF4-FFF2-40B4-BE49-F238E27FC236}">
                <a16:creationId xmlns:a16="http://schemas.microsoft.com/office/drawing/2014/main" id="{26EF4CA0-CE28-72A8-B9F2-B22B762ECB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884148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>
          <a:extLst>
            <a:ext uri="{FF2B5EF4-FFF2-40B4-BE49-F238E27FC236}">
              <a16:creationId xmlns:a16="http://schemas.microsoft.com/office/drawing/2014/main" id="{1D56CB22-71D8-0181-F260-3075D84FC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fd1541d378_0_560:notes">
            <a:extLst>
              <a:ext uri="{FF2B5EF4-FFF2-40B4-BE49-F238E27FC236}">
                <a16:creationId xmlns:a16="http://schemas.microsoft.com/office/drawing/2014/main" id="{8D2AD63A-657D-A087-C4F9-374F73E837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fd1541d378_0_560:notes">
            <a:extLst>
              <a:ext uri="{FF2B5EF4-FFF2-40B4-BE49-F238E27FC236}">
                <a16:creationId xmlns:a16="http://schemas.microsoft.com/office/drawing/2014/main" id="{61F8BEB1-640A-66C8-40E5-5EBE2F0A82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482377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>
          <a:extLst>
            <a:ext uri="{FF2B5EF4-FFF2-40B4-BE49-F238E27FC236}">
              <a16:creationId xmlns:a16="http://schemas.microsoft.com/office/drawing/2014/main" id="{9F0C3A08-B520-954E-9632-F2DAA951C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cc9050bdf8_0_234:notes">
            <a:extLst>
              <a:ext uri="{FF2B5EF4-FFF2-40B4-BE49-F238E27FC236}">
                <a16:creationId xmlns:a16="http://schemas.microsoft.com/office/drawing/2014/main" id="{AE2B31B8-149C-43C3-FAEC-BA86603946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cc9050bdf8_0_234:notes">
            <a:extLst>
              <a:ext uri="{FF2B5EF4-FFF2-40B4-BE49-F238E27FC236}">
                <a16:creationId xmlns:a16="http://schemas.microsoft.com/office/drawing/2014/main" id="{96214092-E7CA-16EB-0A2D-426BDD4E27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918909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>
          <a:extLst>
            <a:ext uri="{FF2B5EF4-FFF2-40B4-BE49-F238E27FC236}">
              <a16:creationId xmlns:a16="http://schemas.microsoft.com/office/drawing/2014/main" id="{C3087EDE-5031-C910-E38D-8CF9859B3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fd1541d378_0_560:notes">
            <a:extLst>
              <a:ext uri="{FF2B5EF4-FFF2-40B4-BE49-F238E27FC236}">
                <a16:creationId xmlns:a16="http://schemas.microsoft.com/office/drawing/2014/main" id="{C0B7D1FF-29EF-8664-4508-103143F93E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fd1541d378_0_560:notes">
            <a:extLst>
              <a:ext uri="{FF2B5EF4-FFF2-40B4-BE49-F238E27FC236}">
                <a16:creationId xmlns:a16="http://schemas.microsoft.com/office/drawing/2014/main" id="{7B58B800-BFFB-5BC5-38C3-954CF2256A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3406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>
          <a:extLst>
            <a:ext uri="{FF2B5EF4-FFF2-40B4-BE49-F238E27FC236}">
              <a16:creationId xmlns:a16="http://schemas.microsoft.com/office/drawing/2014/main" id="{5D2C68A6-3FA3-0A29-3F46-69DEA721C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cc9050bdf8_0_241:notes">
            <a:extLst>
              <a:ext uri="{FF2B5EF4-FFF2-40B4-BE49-F238E27FC236}">
                <a16:creationId xmlns:a16="http://schemas.microsoft.com/office/drawing/2014/main" id="{3CFB5C50-87C1-F3CE-101F-32ABFE138D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cc9050bdf8_0_241:notes">
            <a:extLst>
              <a:ext uri="{FF2B5EF4-FFF2-40B4-BE49-F238E27FC236}">
                <a16:creationId xmlns:a16="http://schemas.microsoft.com/office/drawing/2014/main" id="{9DC9B4E9-A213-E431-A952-D1ACA64BAA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6702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>
          <a:extLst>
            <a:ext uri="{FF2B5EF4-FFF2-40B4-BE49-F238E27FC236}">
              <a16:creationId xmlns:a16="http://schemas.microsoft.com/office/drawing/2014/main" id="{CA5342C8-538A-C9D7-72CF-998F93DED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cc9050bdf8_0_241:notes">
            <a:extLst>
              <a:ext uri="{FF2B5EF4-FFF2-40B4-BE49-F238E27FC236}">
                <a16:creationId xmlns:a16="http://schemas.microsoft.com/office/drawing/2014/main" id="{B8551CA8-AE1C-C102-3BDD-956FE5690D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cc9050bdf8_0_241:notes">
            <a:extLst>
              <a:ext uri="{FF2B5EF4-FFF2-40B4-BE49-F238E27FC236}">
                <a16:creationId xmlns:a16="http://schemas.microsoft.com/office/drawing/2014/main" id="{F36C2A95-410D-842D-264E-63047E28A2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02151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>
          <a:extLst>
            <a:ext uri="{FF2B5EF4-FFF2-40B4-BE49-F238E27FC236}">
              <a16:creationId xmlns:a16="http://schemas.microsoft.com/office/drawing/2014/main" id="{AE15FAA2-25BF-B55C-7877-166A0A553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cc9050bdf8_0_241:notes">
            <a:extLst>
              <a:ext uri="{FF2B5EF4-FFF2-40B4-BE49-F238E27FC236}">
                <a16:creationId xmlns:a16="http://schemas.microsoft.com/office/drawing/2014/main" id="{2B59A110-E440-221B-AA85-3A2866976E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cc9050bdf8_0_241:notes">
            <a:extLst>
              <a:ext uri="{FF2B5EF4-FFF2-40B4-BE49-F238E27FC236}">
                <a16:creationId xmlns:a16="http://schemas.microsoft.com/office/drawing/2014/main" id="{9D9126AB-529D-DB28-3610-E67E235E50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748700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>
          <a:extLst>
            <a:ext uri="{FF2B5EF4-FFF2-40B4-BE49-F238E27FC236}">
              <a16:creationId xmlns:a16="http://schemas.microsoft.com/office/drawing/2014/main" id="{AE49E0E3-6C33-9134-89C8-900B73DAE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cc9050bdf8_0_241:notes">
            <a:extLst>
              <a:ext uri="{FF2B5EF4-FFF2-40B4-BE49-F238E27FC236}">
                <a16:creationId xmlns:a16="http://schemas.microsoft.com/office/drawing/2014/main" id="{7494E5C7-5553-EDAA-63B1-66C5DA6579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cc9050bdf8_0_241:notes">
            <a:extLst>
              <a:ext uri="{FF2B5EF4-FFF2-40B4-BE49-F238E27FC236}">
                <a16:creationId xmlns:a16="http://schemas.microsoft.com/office/drawing/2014/main" id="{C57BBF90-3B82-6567-DB19-2C9FB57AF7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90565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>
          <a:extLst>
            <a:ext uri="{FF2B5EF4-FFF2-40B4-BE49-F238E27FC236}">
              <a16:creationId xmlns:a16="http://schemas.microsoft.com/office/drawing/2014/main" id="{AE5E44D8-DC98-67A0-5E9F-3764F4C4D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cc9050bdf8_0_241:notes">
            <a:extLst>
              <a:ext uri="{FF2B5EF4-FFF2-40B4-BE49-F238E27FC236}">
                <a16:creationId xmlns:a16="http://schemas.microsoft.com/office/drawing/2014/main" id="{C81F000A-F64B-CBF5-BAB7-EB886D4797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cc9050bdf8_0_241:notes">
            <a:extLst>
              <a:ext uri="{FF2B5EF4-FFF2-40B4-BE49-F238E27FC236}">
                <a16:creationId xmlns:a16="http://schemas.microsoft.com/office/drawing/2014/main" id="{480FC5CA-CB19-0796-CD6C-0280BBEBE7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88127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>
          <a:extLst>
            <a:ext uri="{FF2B5EF4-FFF2-40B4-BE49-F238E27FC236}">
              <a16:creationId xmlns:a16="http://schemas.microsoft.com/office/drawing/2014/main" id="{BA3765AC-BC83-A4AD-4F64-F708FF458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fd1541d378_0_560:notes">
            <a:extLst>
              <a:ext uri="{FF2B5EF4-FFF2-40B4-BE49-F238E27FC236}">
                <a16:creationId xmlns:a16="http://schemas.microsoft.com/office/drawing/2014/main" id="{FCF488B8-B8C3-3974-45C4-11D8513FB4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fd1541d378_0_560:notes">
            <a:extLst>
              <a:ext uri="{FF2B5EF4-FFF2-40B4-BE49-F238E27FC236}">
                <a16:creationId xmlns:a16="http://schemas.microsoft.com/office/drawing/2014/main" id="{909019BE-C3CB-CF9A-CD4D-D82808A310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71414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>
          <a:extLst>
            <a:ext uri="{FF2B5EF4-FFF2-40B4-BE49-F238E27FC236}">
              <a16:creationId xmlns:a16="http://schemas.microsoft.com/office/drawing/2014/main" id="{CD09792D-3A54-B275-CF29-46BB73E96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cc9050bdf8_0_241:notes">
            <a:extLst>
              <a:ext uri="{FF2B5EF4-FFF2-40B4-BE49-F238E27FC236}">
                <a16:creationId xmlns:a16="http://schemas.microsoft.com/office/drawing/2014/main" id="{F8895114-6EEA-7D43-69A8-8449468B8F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cc9050bdf8_0_241:notes">
            <a:extLst>
              <a:ext uri="{FF2B5EF4-FFF2-40B4-BE49-F238E27FC236}">
                <a16:creationId xmlns:a16="http://schemas.microsoft.com/office/drawing/2014/main" id="{D410DB00-6699-89D5-B589-329795D4DF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02226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>
          <a:extLst>
            <a:ext uri="{FF2B5EF4-FFF2-40B4-BE49-F238E27FC236}">
              <a16:creationId xmlns:a16="http://schemas.microsoft.com/office/drawing/2014/main" id="{073EE240-74EE-2610-3890-20CC796B9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fd1541d378_0_560:notes">
            <a:extLst>
              <a:ext uri="{FF2B5EF4-FFF2-40B4-BE49-F238E27FC236}">
                <a16:creationId xmlns:a16="http://schemas.microsoft.com/office/drawing/2014/main" id="{AC8CE926-799D-D412-8248-3F8CA2E206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fd1541d378_0_560:notes">
            <a:extLst>
              <a:ext uri="{FF2B5EF4-FFF2-40B4-BE49-F238E27FC236}">
                <a16:creationId xmlns:a16="http://schemas.microsoft.com/office/drawing/2014/main" id="{394937D8-01E7-1FFC-9A96-4E0A2B254B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72345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>
          <a:extLst>
            <a:ext uri="{FF2B5EF4-FFF2-40B4-BE49-F238E27FC236}">
              <a16:creationId xmlns:a16="http://schemas.microsoft.com/office/drawing/2014/main" id="{BFE03B99-9EAB-E75D-4333-BED72CD44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fd1541d378_0_560:notes">
            <a:extLst>
              <a:ext uri="{FF2B5EF4-FFF2-40B4-BE49-F238E27FC236}">
                <a16:creationId xmlns:a16="http://schemas.microsoft.com/office/drawing/2014/main" id="{834D928D-FE32-7B49-F57A-5B1618F57F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fd1541d378_0_560:notes">
            <a:extLst>
              <a:ext uri="{FF2B5EF4-FFF2-40B4-BE49-F238E27FC236}">
                <a16:creationId xmlns:a16="http://schemas.microsoft.com/office/drawing/2014/main" id="{7B7168E6-6DA7-255A-6AB4-761875E291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60900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21e5c6e8e05_0_273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21e5c6e8e05_0_273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>
          <a:extLst>
            <a:ext uri="{FF2B5EF4-FFF2-40B4-BE49-F238E27FC236}">
              <a16:creationId xmlns:a16="http://schemas.microsoft.com/office/drawing/2014/main" id="{5A964301-B57E-51B2-F62F-097B018B2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21e5c6e8e05_0_27340:notes">
            <a:extLst>
              <a:ext uri="{FF2B5EF4-FFF2-40B4-BE49-F238E27FC236}">
                <a16:creationId xmlns:a16="http://schemas.microsoft.com/office/drawing/2014/main" id="{396EB612-1144-C038-0C8C-B0BE0B59BD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21e5c6e8e05_0_27340:notes">
            <a:extLst>
              <a:ext uri="{FF2B5EF4-FFF2-40B4-BE49-F238E27FC236}">
                <a16:creationId xmlns:a16="http://schemas.microsoft.com/office/drawing/2014/main" id="{8AB845B7-60C3-C26B-F774-75DB35D008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46889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>
          <a:extLst>
            <a:ext uri="{FF2B5EF4-FFF2-40B4-BE49-F238E27FC236}">
              <a16:creationId xmlns:a16="http://schemas.microsoft.com/office/drawing/2014/main" id="{72C14B19-869F-0817-6AB3-30C2E56C9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21e5c6e8e05_0_27340:notes">
            <a:extLst>
              <a:ext uri="{FF2B5EF4-FFF2-40B4-BE49-F238E27FC236}">
                <a16:creationId xmlns:a16="http://schemas.microsoft.com/office/drawing/2014/main" id="{40F20668-C9B1-B217-DC4A-88630F5A68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21e5c6e8e05_0_27340:notes">
            <a:extLst>
              <a:ext uri="{FF2B5EF4-FFF2-40B4-BE49-F238E27FC236}">
                <a16:creationId xmlns:a16="http://schemas.microsoft.com/office/drawing/2014/main" id="{6A081ECC-7030-2BB6-7F85-EBA621A59A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8824056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>
          <a:extLst>
            <a:ext uri="{FF2B5EF4-FFF2-40B4-BE49-F238E27FC236}">
              <a16:creationId xmlns:a16="http://schemas.microsoft.com/office/drawing/2014/main" id="{3CC8E7C9-11F0-846C-6D8C-B28D4160F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21e5c6e8e05_0_27340:notes">
            <a:extLst>
              <a:ext uri="{FF2B5EF4-FFF2-40B4-BE49-F238E27FC236}">
                <a16:creationId xmlns:a16="http://schemas.microsoft.com/office/drawing/2014/main" id="{D9E73868-E68D-BA38-B0AF-93EA9D8EFA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21e5c6e8e05_0_27340:notes">
            <a:extLst>
              <a:ext uri="{FF2B5EF4-FFF2-40B4-BE49-F238E27FC236}">
                <a16:creationId xmlns:a16="http://schemas.microsoft.com/office/drawing/2014/main" id="{5980B68B-F2C0-5C34-D576-5AA939947D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812246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>
          <a:extLst>
            <a:ext uri="{FF2B5EF4-FFF2-40B4-BE49-F238E27FC236}">
              <a16:creationId xmlns:a16="http://schemas.microsoft.com/office/drawing/2014/main" id="{159C1EE8-90C6-35C7-E099-2C582311C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21e5c6e8e05_0_27340:notes">
            <a:extLst>
              <a:ext uri="{FF2B5EF4-FFF2-40B4-BE49-F238E27FC236}">
                <a16:creationId xmlns:a16="http://schemas.microsoft.com/office/drawing/2014/main" id="{1D5201D6-0519-A683-38A0-B07B1996EA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21e5c6e8e05_0_27340:notes">
            <a:extLst>
              <a:ext uri="{FF2B5EF4-FFF2-40B4-BE49-F238E27FC236}">
                <a16:creationId xmlns:a16="http://schemas.microsoft.com/office/drawing/2014/main" id="{BCD9BA3C-25A0-D936-7DA3-BABA73DC8D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143933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>
          <a:extLst>
            <a:ext uri="{FF2B5EF4-FFF2-40B4-BE49-F238E27FC236}">
              <a16:creationId xmlns:a16="http://schemas.microsoft.com/office/drawing/2014/main" id="{436034F0-788B-5861-E7DD-1CD670636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21e5c6e8e05_0_27340:notes">
            <a:extLst>
              <a:ext uri="{FF2B5EF4-FFF2-40B4-BE49-F238E27FC236}">
                <a16:creationId xmlns:a16="http://schemas.microsoft.com/office/drawing/2014/main" id="{A8C16F8E-7552-829E-EFAE-330BE10506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21e5c6e8e05_0_27340:notes">
            <a:extLst>
              <a:ext uri="{FF2B5EF4-FFF2-40B4-BE49-F238E27FC236}">
                <a16:creationId xmlns:a16="http://schemas.microsoft.com/office/drawing/2014/main" id="{2E64F93B-A165-C7C8-D9F3-0CF18E8E4F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413933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fd8e885a12_0_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fd8e885a12_0_2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21de8bc5b3b_0_6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9" name="Google Shape;649;g21de8bc5b3b_0_6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789400" y="1309975"/>
            <a:ext cx="4148400" cy="167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5169200" y="3772200"/>
            <a:ext cx="3043800" cy="5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" name="Google Shape;11;p2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11575" y="0"/>
            <a:ext cx="3048600" cy="41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3059300" y="0"/>
            <a:ext cx="6084600" cy="414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1045150" y="1866000"/>
            <a:ext cx="3943500" cy="82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title" idx="2" hasCustomPrompt="1"/>
          </p:nvPr>
        </p:nvSpPr>
        <p:spPr>
          <a:xfrm>
            <a:off x="5590076" y="1551675"/>
            <a:ext cx="2225100" cy="151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7" name="Google Shape;17;p3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11575" y="0"/>
            <a:ext cx="3048600" cy="41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3059300" y="0"/>
            <a:ext cx="6084600" cy="414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oogle Shape;28;p5"/>
          <p:cNvGrpSpPr/>
          <p:nvPr/>
        </p:nvGrpSpPr>
        <p:grpSpPr>
          <a:xfrm>
            <a:off x="396500" y="170424"/>
            <a:ext cx="8360126" cy="4398447"/>
            <a:chOff x="1054783" y="1029605"/>
            <a:chExt cx="7587010" cy="3902100"/>
          </a:xfrm>
        </p:grpSpPr>
        <p:sp>
          <p:nvSpPr>
            <p:cNvPr id="29" name="Google Shape;29;p5"/>
            <p:cNvSpPr/>
            <p:nvPr/>
          </p:nvSpPr>
          <p:spPr>
            <a:xfrm>
              <a:off x="1054793" y="1029605"/>
              <a:ext cx="7587000" cy="39021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5"/>
            <p:cNvSpPr/>
            <p:nvPr/>
          </p:nvSpPr>
          <p:spPr>
            <a:xfrm>
              <a:off x="1054783" y="1029605"/>
              <a:ext cx="7587000" cy="226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" name="Google Shape;31;p5"/>
          <p:cNvSpPr txBox="1">
            <a:spLocks noGrp="1"/>
          </p:cNvSpPr>
          <p:nvPr>
            <p:ph type="subTitle" idx="1"/>
          </p:nvPr>
        </p:nvSpPr>
        <p:spPr>
          <a:xfrm>
            <a:off x="807625" y="2775700"/>
            <a:ext cx="3415800" cy="149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ubTitle" idx="2"/>
          </p:nvPr>
        </p:nvSpPr>
        <p:spPr>
          <a:xfrm>
            <a:off x="4922022" y="2775700"/>
            <a:ext cx="3415800" cy="149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ubTitle" idx="3"/>
          </p:nvPr>
        </p:nvSpPr>
        <p:spPr>
          <a:xfrm>
            <a:off x="807630" y="2403350"/>
            <a:ext cx="3415800" cy="42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200">
                <a:latin typeface="Quantico"/>
                <a:ea typeface="Quantico"/>
                <a:cs typeface="Quantico"/>
                <a:sym typeface="Quantic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ubTitle" idx="4"/>
          </p:nvPr>
        </p:nvSpPr>
        <p:spPr>
          <a:xfrm>
            <a:off x="4922022" y="2403350"/>
            <a:ext cx="3415800" cy="42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200">
                <a:latin typeface="Quantico"/>
                <a:ea typeface="Quantico"/>
                <a:cs typeface="Quantico"/>
                <a:sym typeface="Quantic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title"/>
          </p:nvPr>
        </p:nvSpPr>
        <p:spPr>
          <a:xfrm>
            <a:off x="719988" y="45912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7"/>
          <p:cNvGrpSpPr/>
          <p:nvPr/>
        </p:nvGrpSpPr>
        <p:grpSpPr>
          <a:xfrm>
            <a:off x="396500" y="170424"/>
            <a:ext cx="8360126" cy="4398447"/>
            <a:chOff x="1054783" y="1029605"/>
            <a:chExt cx="7587010" cy="3902100"/>
          </a:xfrm>
        </p:grpSpPr>
        <p:sp>
          <p:nvSpPr>
            <p:cNvPr id="45" name="Google Shape;45;p7"/>
            <p:cNvSpPr/>
            <p:nvPr/>
          </p:nvSpPr>
          <p:spPr>
            <a:xfrm>
              <a:off x="1054793" y="1029605"/>
              <a:ext cx="7587000" cy="39021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7"/>
            <p:cNvSpPr/>
            <p:nvPr/>
          </p:nvSpPr>
          <p:spPr>
            <a:xfrm>
              <a:off x="1054783" y="1029605"/>
              <a:ext cx="7587000" cy="226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720000" y="475500"/>
            <a:ext cx="7704000" cy="55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1"/>
          </p:nvPr>
        </p:nvSpPr>
        <p:spPr>
          <a:xfrm>
            <a:off x="720000" y="1244275"/>
            <a:ext cx="3692400" cy="29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AutoNum type="arabicPeriod"/>
              <a:defRPr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 sz="13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 sz="13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 sz="13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 sz="13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 sz="13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 sz="13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 sz="1300"/>
            </a:lvl9pPr>
          </a:lstStyle>
          <a:p>
            <a:endParaRPr/>
          </a:p>
        </p:txBody>
      </p:sp>
      <p:sp>
        <p:nvSpPr>
          <p:cNvPr id="49" name="Google Shape;49;p7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396500" y="170424"/>
            <a:ext cx="8360126" cy="4398447"/>
            <a:chOff x="1054783" y="1029605"/>
            <a:chExt cx="7587010" cy="3902100"/>
          </a:xfrm>
        </p:grpSpPr>
        <p:sp>
          <p:nvSpPr>
            <p:cNvPr id="52" name="Google Shape;52;p8"/>
            <p:cNvSpPr/>
            <p:nvPr/>
          </p:nvSpPr>
          <p:spPr>
            <a:xfrm>
              <a:off x="1054793" y="1029605"/>
              <a:ext cx="7587000" cy="39021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>
              <a:off x="1054783" y="1029605"/>
              <a:ext cx="7587000" cy="226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" name="Google Shape;54;p8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55" name="Google Shape;55;p8"/>
          <p:cNvSpPr txBox="1">
            <a:spLocks noGrp="1"/>
          </p:cNvSpPr>
          <p:nvPr>
            <p:ph type="title"/>
          </p:nvPr>
        </p:nvSpPr>
        <p:spPr>
          <a:xfrm>
            <a:off x="2801700" y="1918054"/>
            <a:ext cx="5622300" cy="247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9"/>
          <p:cNvGrpSpPr/>
          <p:nvPr/>
        </p:nvGrpSpPr>
        <p:grpSpPr>
          <a:xfrm>
            <a:off x="396500" y="170424"/>
            <a:ext cx="8360126" cy="4398447"/>
            <a:chOff x="1054783" y="1029605"/>
            <a:chExt cx="7587010" cy="3902100"/>
          </a:xfrm>
        </p:grpSpPr>
        <p:sp>
          <p:nvSpPr>
            <p:cNvPr id="58" name="Google Shape;58;p9"/>
            <p:cNvSpPr/>
            <p:nvPr/>
          </p:nvSpPr>
          <p:spPr>
            <a:xfrm>
              <a:off x="1054793" y="1029605"/>
              <a:ext cx="7587000" cy="39021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9"/>
            <p:cNvSpPr/>
            <p:nvPr/>
          </p:nvSpPr>
          <p:spPr>
            <a:xfrm>
              <a:off x="1054783" y="1029605"/>
              <a:ext cx="7587000" cy="226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9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61" name="Google Shape;61;p9"/>
          <p:cNvSpPr txBox="1">
            <a:spLocks noGrp="1"/>
          </p:cNvSpPr>
          <p:nvPr>
            <p:ph type="title"/>
          </p:nvPr>
        </p:nvSpPr>
        <p:spPr>
          <a:xfrm rot="515">
            <a:off x="2406900" y="1623064"/>
            <a:ext cx="6006600" cy="60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subTitle" idx="1"/>
          </p:nvPr>
        </p:nvSpPr>
        <p:spPr>
          <a:xfrm>
            <a:off x="3658200" y="2303046"/>
            <a:ext cx="4755300" cy="1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10"/>
          <p:cNvGrpSpPr/>
          <p:nvPr/>
        </p:nvGrpSpPr>
        <p:grpSpPr>
          <a:xfrm>
            <a:off x="396500" y="170424"/>
            <a:ext cx="8360126" cy="4398447"/>
            <a:chOff x="1054783" y="1029605"/>
            <a:chExt cx="7587010" cy="3902100"/>
          </a:xfrm>
        </p:grpSpPr>
        <p:sp>
          <p:nvSpPr>
            <p:cNvPr id="65" name="Google Shape;65;p10"/>
            <p:cNvSpPr/>
            <p:nvPr/>
          </p:nvSpPr>
          <p:spPr>
            <a:xfrm>
              <a:off x="1054793" y="1029605"/>
              <a:ext cx="7587000" cy="39021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10"/>
            <p:cNvSpPr/>
            <p:nvPr/>
          </p:nvSpPr>
          <p:spPr>
            <a:xfrm>
              <a:off x="1054783" y="1029605"/>
              <a:ext cx="7587000" cy="226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7" name="Google Shape;67;p10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68" name="Google Shape;68;p10"/>
          <p:cNvSpPr txBox="1">
            <a:spLocks noGrp="1"/>
          </p:cNvSpPr>
          <p:nvPr>
            <p:ph type="title"/>
          </p:nvPr>
        </p:nvSpPr>
        <p:spPr>
          <a:xfrm>
            <a:off x="720000" y="2233875"/>
            <a:ext cx="7704000" cy="615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12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oogle Shape;77;p13"/>
          <p:cNvGrpSpPr/>
          <p:nvPr/>
        </p:nvGrpSpPr>
        <p:grpSpPr>
          <a:xfrm>
            <a:off x="396500" y="170424"/>
            <a:ext cx="8360126" cy="4398447"/>
            <a:chOff x="1054783" y="1029605"/>
            <a:chExt cx="7587010" cy="3902100"/>
          </a:xfrm>
        </p:grpSpPr>
        <p:sp>
          <p:nvSpPr>
            <p:cNvPr id="78" name="Google Shape;78;p13"/>
            <p:cNvSpPr/>
            <p:nvPr/>
          </p:nvSpPr>
          <p:spPr>
            <a:xfrm>
              <a:off x="1054793" y="1029605"/>
              <a:ext cx="7587000" cy="39021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13"/>
            <p:cNvSpPr/>
            <p:nvPr/>
          </p:nvSpPr>
          <p:spPr>
            <a:xfrm>
              <a:off x="1054783" y="1029605"/>
              <a:ext cx="7587000" cy="226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0" name="Google Shape;80;p13"/>
          <p:cNvSpPr txBox="1">
            <a:spLocks noGrp="1"/>
          </p:cNvSpPr>
          <p:nvPr>
            <p:ph type="ctrTitle"/>
          </p:nvPr>
        </p:nvSpPr>
        <p:spPr>
          <a:xfrm>
            <a:off x="1114016" y="1879714"/>
            <a:ext cx="3065100" cy="40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title" idx="2" hasCustomPrompt="1"/>
          </p:nvPr>
        </p:nvSpPr>
        <p:spPr>
          <a:xfrm>
            <a:off x="1113997" y="1269525"/>
            <a:ext cx="1298700" cy="61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r>
              <a:t>xx%</a:t>
            </a:r>
          </a:p>
        </p:txBody>
      </p:sp>
      <p:sp>
        <p:nvSpPr>
          <p:cNvPr id="82" name="Google Shape;82;p13"/>
          <p:cNvSpPr txBox="1">
            <a:spLocks noGrp="1"/>
          </p:cNvSpPr>
          <p:nvPr>
            <p:ph type="ctrTitle" idx="3"/>
          </p:nvPr>
        </p:nvSpPr>
        <p:spPr>
          <a:xfrm>
            <a:off x="1114008" y="2892814"/>
            <a:ext cx="3065100" cy="40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title" idx="4" hasCustomPrompt="1"/>
          </p:nvPr>
        </p:nvSpPr>
        <p:spPr>
          <a:xfrm>
            <a:off x="1113997" y="2283824"/>
            <a:ext cx="1298700" cy="61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r>
              <a:t>xx%</a:t>
            </a:r>
          </a:p>
        </p:txBody>
      </p:sp>
      <p:sp>
        <p:nvSpPr>
          <p:cNvPr id="84" name="Google Shape;84;p13"/>
          <p:cNvSpPr txBox="1">
            <a:spLocks noGrp="1"/>
          </p:cNvSpPr>
          <p:nvPr>
            <p:ph type="ctrTitle" idx="5"/>
          </p:nvPr>
        </p:nvSpPr>
        <p:spPr>
          <a:xfrm>
            <a:off x="1114107" y="3908761"/>
            <a:ext cx="3065100" cy="40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 idx="6" hasCustomPrompt="1"/>
          </p:nvPr>
        </p:nvSpPr>
        <p:spPr>
          <a:xfrm>
            <a:off x="1113998" y="3298125"/>
            <a:ext cx="1298700" cy="609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>
            <a:spLocks noGrp="1"/>
          </p:cNvSpPr>
          <p:nvPr>
            <p:ph type="title" idx="7" hasCustomPrompt="1"/>
          </p:nvPr>
        </p:nvSpPr>
        <p:spPr>
          <a:xfrm>
            <a:off x="4965997" y="1270125"/>
            <a:ext cx="1298700" cy="609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r>
              <a:t>xx%</a:t>
            </a:r>
          </a:p>
        </p:txBody>
      </p:sp>
      <p:sp>
        <p:nvSpPr>
          <p:cNvPr id="87" name="Google Shape;87;p13"/>
          <p:cNvSpPr txBox="1">
            <a:spLocks noGrp="1"/>
          </p:cNvSpPr>
          <p:nvPr>
            <p:ph type="ctrTitle" idx="8"/>
          </p:nvPr>
        </p:nvSpPr>
        <p:spPr>
          <a:xfrm>
            <a:off x="4966007" y="1879725"/>
            <a:ext cx="3065100" cy="404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title" idx="9"/>
          </p:nvPr>
        </p:nvSpPr>
        <p:spPr>
          <a:xfrm>
            <a:off x="719988" y="45912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ctrTitle" idx="13"/>
          </p:nvPr>
        </p:nvSpPr>
        <p:spPr>
          <a:xfrm>
            <a:off x="4966007" y="2892814"/>
            <a:ext cx="3065100" cy="40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title" idx="14" hasCustomPrompt="1"/>
          </p:nvPr>
        </p:nvSpPr>
        <p:spPr>
          <a:xfrm>
            <a:off x="4965997" y="2283824"/>
            <a:ext cx="1298700" cy="609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r>
              <a:t>xx%</a:t>
            </a:r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15" hasCustomPrompt="1"/>
          </p:nvPr>
        </p:nvSpPr>
        <p:spPr>
          <a:xfrm>
            <a:off x="4965997" y="3298125"/>
            <a:ext cx="1298700" cy="609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ctrTitle" idx="16"/>
          </p:nvPr>
        </p:nvSpPr>
        <p:spPr>
          <a:xfrm>
            <a:off x="4966007" y="3908750"/>
            <a:ext cx="3065100" cy="404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9pPr>
          </a:lstStyle>
          <a:p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0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15"/>
          <p:cNvGrpSpPr/>
          <p:nvPr/>
        </p:nvGrpSpPr>
        <p:grpSpPr>
          <a:xfrm>
            <a:off x="396500" y="170424"/>
            <a:ext cx="8360126" cy="4398447"/>
            <a:chOff x="1054783" y="1029605"/>
            <a:chExt cx="7587010" cy="3902100"/>
          </a:xfrm>
        </p:grpSpPr>
        <p:sp>
          <p:nvSpPr>
            <p:cNvPr id="103" name="Google Shape;103;p15"/>
            <p:cNvSpPr/>
            <p:nvPr/>
          </p:nvSpPr>
          <p:spPr>
            <a:xfrm>
              <a:off x="1054793" y="1029605"/>
              <a:ext cx="7587000" cy="39021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5"/>
            <p:cNvSpPr/>
            <p:nvPr/>
          </p:nvSpPr>
          <p:spPr>
            <a:xfrm>
              <a:off x="1054783" y="1029605"/>
              <a:ext cx="7587000" cy="226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5" name="Google Shape;105;p15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06" name="Google Shape;106;p15"/>
          <p:cNvSpPr txBox="1">
            <a:spLocks noGrp="1"/>
          </p:cNvSpPr>
          <p:nvPr>
            <p:ph type="body" idx="1"/>
          </p:nvPr>
        </p:nvSpPr>
        <p:spPr>
          <a:xfrm>
            <a:off x="720000" y="1357275"/>
            <a:ext cx="4209600" cy="249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naheim"/>
              <a:buChar char="●"/>
              <a:defRPr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○"/>
              <a:defRPr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■"/>
              <a:defRPr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●"/>
              <a:defRPr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○"/>
              <a:defRPr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■"/>
              <a:defRPr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●"/>
              <a:defRPr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○"/>
              <a:defRPr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■"/>
              <a:defRPr/>
            </a:lvl9pPr>
          </a:lstStyle>
          <a:p>
            <a:endParaRPr/>
          </a:p>
        </p:txBody>
      </p:sp>
      <p:sp>
        <p:nvSpPr>
          <p:cNvPr id="107" name="Google Shape;107;p15"/>
          <p:cNvSpPr txBox="1">
            <a:spLocks noGrp="1"/>
          </p:cNvSpPr>
          <p:nvPr>
            <p:ph type="title"/>
          </p:nvPr>
        </p:nvSpPr>
        <p:spPr>
          <a:xfrm>
            <a:off x="719988" y="45912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4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oogle Shape;121;p17"/>
          <p:cNvGrpSpPr/>
          <p:nvPr/>
        </p:nvGrpSpPr>
        <p:grpSpPr>
          <a:xfrm>
            <a:off x="396500" y="170424"/>
            <a:ext cx="8360126" cy="4398447"/>
            <a:chOff x="1054783" y="1029605"/>
            <a:chExt cx="7587010" cy="3902100"/>
          </a:xfrm>
        </p:grpSpPr>
        <p:sp>
          <p:nvSpPr>
            <p:cNvPr id="122" name="Google Shape;122;p17"/>
            <p:cNvSpPr/>
            <p:nvPr/>
          </p:nvSpPr>
          <p:spPr>
            <a:xfrm>
              <a:off x="1054793" y="1029605"/>
              <a:ext cx="7587000" cy="39021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7"/>
            <p:cNvSpPr/>
            <p:nvPr/>
          </p:nvSpPr>
          <p:spPr>
            <a:xfrm>
              <a:off x="1054783" y="1029605"/>
              <a:ext cx="7587000" cy="226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4" name="Google Shape;124;p17"/>
          <p:cNvSpPr txBox="1">
            <a:spLocks noGrp="1"/>
          </p:cNvSpPr>
          <p:nvPr>
            <p:ph type="title"/>
          </p:nvPr>
        </p:nvSpPr>
        <p:spPr>
          <a:xfrm>
            <a:off x="717350" y="1295950"/>
            <a:ext cx="3728400" cy="40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25" name="Google Shape;125;p17"/>
          <p:cNvSpPr txBox="1">
            <a:spLocks noGrp="1"/>
          </p:cNvSpPr>
          <p:nvPr>
            <p:ph type="subTitle" idx="1"/>
          </p:nvPr>
        </p:nvSpPr>
        <p:spPr>
          <a:xfrm>
            <a:off x="717350" y="1651849"/>
            <a:ext cx="3728400" cy="10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17"/>
          <p:cNvSpPr txBox="1">
            <a:spLocks noGrp="1"/>
          </p:cNvSpPr>
          <p:nvPr>
            <p:ph type="title" idx="2"/>
          </p:nvPr>
        </p:nvSpPr>
        <p:spPr>
          <a:xfrm>
            <a:off x="4691091" y="1295950"/>
            <a:ext cx="3728400" cy="40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27" name="Google Shape;127;p17"/>
          <p:cNvSpPr txBox="1">
            <a:spLocks noGrp="1"/>
          </p:cNvSpPr>
          <p:nvPr>
            <p:ph type="subTitle" idx="3"/>
          </p:nvPr>
        </p:nvSpPr>
        <p:spPr>
          <a:xfrm>
            <a:off x="4691095" y="1651851"/>
            <a:ext cx="3728400" cy="10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7"/>
          <p:cNvSpPr txBox="1">
            <a:spLocks noGrp="1"/>
          </p:cNvSpPr>
          <p:nvPr>
            <p:ph type="title" idx="4"/>
          </p:nvPr>
        </p:nvSpPr>
        <p:spPr>
          <a:xfrm>
            <a:off x="717350" y="2865407"/>
            <a:ext cx="3728400" cy="40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29" name="Google Shape;129;p17"/>
          <p:cNvSpPr txBox="1">
            <a:spLocks noGrp="1"/>
          </p:cNvSpPr>
          <p:nvPr>
            <p:ph type="subTitle" idx="5"/>
          </p:nvPr>
        </p:nvSpPr>
        <p:spPr>
          <a:xfrm>
            <a:off x="717350" y="3220675"/>
            <a:ext cx="3728400" cy="10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17"/>
          <p:cNvSpPr txBox="1">
            <a:spLocks noGrp="1"/>
          </p:cNvSpPr>
          <p:nvPr>
            <p:ph type="title" idx="6"/>
          </p:nvPr>
        </p:nvSpPr>
        <p:spPr>
          <a:xfrm>
            <a:off x="4691091" y="2865413"/>
            <a:ext cx="3728400" cy="40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31" name="Google Shape;131;p17"/>
          <p:cNvSpPr txBox="1">
            <a:spLocks noGrp="1"/>
          </p:cNvSpPr>
          <p:nvPr>
            <p:ph type="subTitle" idx="7"/>
          </p:nvPr>
        </p:nvSpPr>
        <p:spPr>
          <a:xfrm>
            <a:off x="4691095" y="3220676"/>
            <a:ext cx="3728400" cy="10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17"/>
          <p:cNvSpPr txBox="1">
            <a:spLocks noGrp="1"/>
          </p:cNvSpPr>
          <p:nvPr>
            <p:ph type="title" idx="8"/>
          </p:nvPr>
        </p:nvSpPr>
        <p:spPr>
          <a:xfrm>
            <a:off x="719988" y="45912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8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" name="Google Shape;170;p21"/>
          <p:cNvGrpSpPr/>
          <p:nvPr/>
        </p:nvGrpSpPr>
        <p:grpSpPr>
          <a:xfrm>
            <a:off x="772525" y="726625"/>
            <a:ext cx="6578100" cy="3438300"/>
            <a:chOff x="772525" y="726625"/>
            <a:chExt cx="6578100" cy="3438300"/>
          </a:xfrm>
        </p:grpSpPr>
        <p:sp>
          <p:nvSpPr>
            <p:cNvPr id="171" name="Google Shape;171;p21"/>
            <p:cNvSpPr/>
            <p:nvPr/>
          </p:nvSpPr>
          <p:spPr>
            <a:xfrm>
              <a:off x="772525" y="726625"/>
              <a:ext cx="6578100" cy="3438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21"/>
            <p:cNvSpPr/>
            <p:nvPr/>
          </p:nvSpPr>
          <p:spPr>
            <a:xfrm>
              <a:off x="772525" y="726625"/>
              <a:ext cx="6578100" cy="255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3" name="Google Shape;173;p21"/>
          <p:cNvGrpSpPr/>
          <p:nvPr/>
        </p:nvGrpSpPr>
        <p:grpSpPr>
          <a:xfrm>
            <a:off x="4924175" y="2984325"/>
            <a:ext cx="3447300" cy="1584600"/>
            <a:chOff x="4924175" y="3441525"/>
            <a:chExt cx="3447300" cy="1584600"/>
          </a:xfrm>
        </p:grpSpPr>
        <p:sp>
          <p:nvSpPr>
            <p:cNvPr id="174" name="Google Shape;174;p21"/>
            <p:cNvSpPr/>
            <p:nvPr/>
          </p:nvSpPr>
          <p:spPr>
            <a:xfrm>
              <a:off x="4924175" y="3441525"/>
              <a:ext cx="3447300" cy="15846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21"/>
            <p:cNvSpPr/>
            <p:nvPr/>
          </p:nvSpPr>
          <p:spPr>
            <a:xfrm>
              <a:off x="4924175" y="3441525"/>
              <a:ext cx="3447300" cy="255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6" name="Google Shape;176;p21"/>
          <p:cNvSpPr txBox="1">
            <a:spLocks noGrp="1"/>
          </p:cNvSpPr>
          <p:nvPr>
            <p:ph type="ctrTitle"/>
          </p:nvPr>
        </p:nvSpPr>
        <p:spPr>
          <a:xfrm>
            <a:off x="1697375" y="1229575"/>
            <a:ext cx="3294600" cy="9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77" name="Google Shape;177;p21"/>
          <p:cNvSpPr txBox="1">
            <a:spLocks noGrp="1"/>
          </p:cNvSpPr>
          <p:nvPr>
            <p:ph type="subTitle" idx="1"/>
          </p:nvPr>
        </p:nvSpPr>
        <p:spPr>
          <a:xfrm>
            <a:off x="1697375" y="2291627"/>
            <a:ext cx="3294600" cy="9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78" name="Google Shape;178;p21"/>
          <p:cNvSpPr txBox="1"/>
          <p:nvPr/>
        </p:nvSpPr>
        <p:spPr>
          <a:xfrm>
            <a:off x="5017075" y="3285800"/>
            <a:ext cx="3294600" cy="8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CREDITS:</a:t>
            </a: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This presentation template was created by </a:t>
            </a:r>
            <a:r>
              <a:rPr lang="en" sz="1000" b="1" u="sng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, and includes icons by </a:t>
            </a:r>
            <a:r>
              <a:rPr lang="en" sz="1000" b="1" u="sng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, and infographics &amp; images by </a:t>
            </a:r>
            <a:r>
              <a:rPr lang="en" sz="1000" b="1" u="sng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endParaRPr sz="1000" b="1" u="sng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79" name="Google Shape;179;p21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80" name="Google Shape;180;p21"/>
          <p:cNvSpPr/>
          <p:nvPr/>
        </p:nvSpPr>
        <p:spPr>
          <a:xfrm>
            <a:off x="11575" y="0"/>
            <a:ext cx="3048600" cy="41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21"/>
          <p:cNvSpPr/>
          <p:nvPr/>
        </p:nvSpPr>
        <p:spPr>
          <a:xfrm>
            <a:off x="3059300" y="0"/>
            <a:ext cx="6084600" cy="414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4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" name="Google Shape;183;p22"/>
          <p:cNvGrpSpPr/>
          <p:nvPr/>
        </p:nvGrpSpPr>
        <p:grpSpPr>
          <a:xfrm>
            <a:off x="772525" y="726625"/>
            <a:ext cx="6578100" cy="3438300"/>
            <a:chOff x="772525" y="726625"/>
            <a:chExt cx="6578100" cy="3438300"/>
          </a:xfrm>
        </p:grpSpPr>
        <p:sp>
          <p:nvSpPr>
            <p:cNvPr id="184" name="Google Shape;184;p22"/>
            <p:cNvSpPr/>
            <p:nvPr/>
          </p:nvSpPr>
          <p:spPr>
            <a:xfrm>
              <a:off x="772525" y="726625"/>
              <a:ext cx="6578100" cy="3438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22"/>
            <p:cNvSpPr/>
            <p:nvPr/>
          </p:nvSpPr>
          <p:spPr>
            <a:xfrm>
              <a:off x="772525" y="726625"/>
              <a:ext cx="6578100" cy="255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6" name="Google Shape;186;p22"/>
          <p:cNvGrpSpPr/>
          <p:nvPr/>
        </p:nvGrpSpPr>
        <p:grpSpPr>
          <a:xfrm>
            <a:off x="4924175" y="2984325"/>
            <a:ext cx="3447300" cy="1584600"/>
            <a:chOff x="4924175" y="3441525"/>
            <a:chExt cx="3447300" cy="1584600"/>
          </a:xfrm>
        </p:grpSpPr>
        <p:sp>
          <p:nvSpPr>
            <p:cNvPr id="187" name="Google Shape;187;p22"/>
            <p:cNvSpPr/>
            <p:nvPr/>
          </p:nvSpPr>
          <p:spPr>
            <a:xfrm>
              <a:off x="4924175" y="3441525"/>
              <a:ext cx="3447300" cy="15846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22"/>
            <p:cNvSpPr/>
            <p:nvPr/>
          </p:nvSpPr>
          <p:spPr>
            <a:xfrm>
              <a:off x="4924175" y="3441525"/>
              <a:ext cx="3447300" cy="255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9" name="Google Shape;189;p22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grpSp>
        <p:nvGrpSpPr>
          <p:cNvPr id="190" name="Google Shape;190;p22"/>
          <p:cNvGrpSpPr/>
          <p:nvPr/>
        </p:nvGrpSpPr>
        <p:grpSpPr>
          <a:xfrm>
            <a:off x="11575" y="0"/>
            <a:ext cx="9132325" cy="414900"/>
            <a:chOff x="11575" y="0"/>
            <a:chExt cx="9132325" cy="414900"/>
          </a:xfrm>
        </p:grpSpPr>
        <p:sp>
          <p:nvSpPr>
            <p:cNvPr id="191" name="Google Shape;191;p22"/>
            <p:cNvSpPr/>
            <p:nvPr/>
          </p:nvSpPr>
          <p:spPr>
            <a:xfrm>
              <a:off x="11575" y="0"/>
              <a:ext cx="3048600" cy="414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22"/>
            <p:cNvSpPr/>
            <p:nvPr/>
          </p:nvSpPr>
          <p:spPr>
            <a:xfrm>
              <a:off x="3059300" y="0"/>
              <a:ext cx="6084600" cy="414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4_1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" name="Google Shape;194;p23"/>
          <p:cNvGrpSpPr/>
          <p:nvPr/>
        </p:nvGrpSpPr>
        <p:grpSpPr>
          <a:xfrm>
            <a:off x="396500" y="170424"/>
            <a:ext cx="8360126" cy="4398447"/>
            <a:chOff x="1054783" y="1029605"/>
            <a:chExt cx="7587010" cy="3902100"/>
          </a:xfrm>
        </p:grpSpPr>
        <p:sp>
          <p:nvSpPr>
            <p:cNvPr id="195" name="Google Shape;195;p23"/>
            <p:cNvSpPr/>
            <p:nvPr/>
          </p:nvSpPr>
          <p:spPr>
            <a:xfrm>
              <a:off x="1054793" y="1029605"/>
              <a:ext cx="7587000" cy="39021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23"/>
            <p:cNvSpPr/>
            <p:nvPr/>
          </p:nvSpPr>
          <p:spPr>
            <a:xfrm>
              <a:off x="1054783" y="1029605"/>
              <a:ext cx="7587000" cy="226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7" name="Google Shape;197;p23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4638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●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○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■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●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○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■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●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○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■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8" r:id="rId8"/>
    <p:sldLayoutId id="2147483659" r:id="rId9"/>
    <p:sldLayoutId id="2147483661" r:id="rId10"/>
    <p:sldLayoutId id="2147483663" r:id="rId11"/>
    <p:sldLayoutId id="2147483667" r:id="rId12"/>
    <p:sldLayoutId id="2147483668" r:id="rId13"/>
    <p:sldLayoutId id="2147483669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ypescriptlang.org/docs/handbook/typescript-in-5-minutes.html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Relationship Id="rId5" Type="http://schemas.openxmlformats.org/officeDocument/2006/relationships/hyperlink" Target="https://github.com/type-challenges/type-challenges?tab=readme-ov-file" TargetMode="External"/><Relationship Id="rId4" Type="http://schemas.openxmlformats.org/officeDocument/2006/relationships/hyperlink" Target="https://developer.mozilla.org/en-US/docs/Web/JavaScript/Reference/Global_Objects/Array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" name="Google Shape;208;p27"/>
          <p:cNvGrpSpPr/>
          <p:nvPr/>
        </p:nvGrpSpPr>
        <p:grpSpPr>
          <a:xfrm>
            <a:off x="772525" y="726625"/>
            <a:ext cx="6578100" cy="3438300"/>
            <a:chOff x="772525" y="726625"/>
            <a:chExt cx="6578100" cy="3438300"/>
          </a:xfrm>
        </p:grpSpPr>
        <p:sp>
          <p:nvSpPr>
            <p:cNvPr id="209" name="Google Shape;209;p27"/>
            <p:cNvSpPr/>
            <p:nvPr/>
          </p:nvSpPr>
          <p:spPr>
            <a:xfrm>
              <a:off x="772525" y="726625"/>
              <a:ext cx="6578100" cy="3438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27"/>
            <p:cNvSpPr/>
            <p:nvPr/>
          </p:nvSpPr>
          <p:spPr>
            <a:xfrm>
              <a:off x="772525" y="726625"/>
              <a:ext cx="6578100" cy="255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1" name="Google Shape;211;p27"/>
          <p:cNvGrpSpPr/>
          <p:nvPr/>
        </p:nvGrpSpPr>
        <p:grpSpPr>
          <a:xfrm>
            <a:off x="4924175" y="3441525"/>
            <a:ext cx="3447300" cy="962400"/>
            <a:chOff x="4924175" y="3441525"/>
            <a:chExt cx="3447300" cy="962400"/>
          </a:xfrm>
        </p:grpSpPr>
        <p:sp>
          <p:nvSpPr>
            <p:cNvPr id="212" name="Google Shape;212;p27"/>
            <p:cNvSpPr/>
            <p:nvPr/>
          </p:nvSpPr>
          <p:spPr>
            <a:xfrm>
              <a:off x="4924175" y="3441525"/>
              <a:ext cx="3447300" cy="9624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27"/>
            <p:cNvSpPr/>
            <p:nvPr/>
          </p:nvSpPr>
          <p:spPr>
            <a:xfrm>
              <a:off x="4924175" y="3441525"/>
              <a:ext cx="3447300" cy="255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4" name="Google Shape;214;p27"/>
          <p:cNvGrpSpPr/>
          <p:nvPr/>
        </p:nvGrpSpPr>
        <p:grpSpPr>
          <a:xfrm>
            <a:off x="6849418" y="1309976"/>
            <a:ext cx="1864833" cy="1637043"/>
            <a:chOff x="1054812" y="1029590"/>
            <a:chExt cx="3436214" cy="3912627"/>
          </a:xfrm>
        </p:grpSpPr>
        <p:sp>
          <p:nvSpPr>
            <p:cNvPr id="215" name="Google Shape;215;p27"/>
            <p:cNvSpPr/>
            <p:nvPr/>
          </p:nvSpPr>
          <p:spPr>
            <a:xfrm>
              <a:off x="1054812" y="1029617"/>
              <a:ext cx="3436200" cy="39126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27"/>
            <p:cNvSpPr/>
            <p:nvPr/>
          </p:nvSpPr>
          <p:spPr>
            <a:xfrm>
              <a:off x="1054825" y="1029590"/>
              <a:ext cx="3436200" cy="610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7" name="Google Shape;217;p27"/>
          <p:cNvSpPr txBox="1"/>
          <p:nvPr/>
        </p:nvSpPr>
        <p:spPr>
          <a:xfrm>
            <a:off x="1008000" y="1384025"/>
            <a:ext cx="702900" cy="6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2"/>
                </a:solidFill>
                <a:latin typeface="Quantico"/>
                <a:ea typeface="Quantico"/>
                <a:cs typeface="Quantico"/>
                <a:sym typeface="Quantico"/>
              </a:rPr>
              <a:t>&lt;/</a:t>
            </a:r>
            <a:endParaRPr sz="3600">
              <a:solidFill>
                <a:schemeClr val="lt2"/>
              </a:solidFill>
            </a:endParaRPr>
          </a:p>
        </p:txBody>
      </p:sp>
      <p:sp>
        <p:nvSpPr>
          <p:cNvPr id="218" name="Google Shape;218;p27"/>
          <p:cNvSpPr txBox="1"/>
          <p:nvPr/>
        </p:nvSpPr>
        <p:spPr>
          <a:xfrm>
            <a:off x="5947500" y="2509875"/>
            <a:ext cx="702900" cy="6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/&gt;</a:t>
            </a:r>
            <a:endParaRPr sz="3600">
              <a:solidFill>
                <a:schemeClr val="dk1"/>
              </a:solidFill>
            </a:endParaRPr>
          </a:p>
        </p:txBody>
      </p:sp>
      <p:sp>
        <p:nvSpPr>
          <p:cNvPr id="219" name="Google Shape;219;p27"/>
          <p:cNvSpPr txBox="1"/>
          <p:nvPr/>
        </p:nvSpPr>
        <p:spPr>
          <a:xfrm>
            <a:off x="7198457" y="1873600"/>
            <a:ext cx="1216800" cy="7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chemeClr val="accent2"/>
                </a:solidFill>
              </a:rPr>
              <a:t>}</a:t>
            </a:r>
            <a:r>
              <a:rPr lang="en" sz="3600" dirty="0">
                <a:solidFill>
                  <a:schemeClr val="dk1"/>
                </a:solidFill>
              </a:rPr>
              <a:t> /&gt; </a:t>
            </a:r>
            <a:r>
              <a:rPr lang="en" sz="3600" dirty="0">
                <a:solidFill>
                  <a:schemeClr val="accent1"/>
                </a:solidFill>
              </a:rPr>
              <a:t>[</a:t>
            </a:r>
            <a:endParaRPr sz="3600" dirty="0">
              <a:solidFill>
                <a:schemeClr val="accent1"/>
              </a:solidFill>
            </a:endParaRPr>
          </a:p>
        </p:txBody>
      </p:sp>
      <p:sp>
        <p:nvSpPr>
          <p:cNvPr id="220" name="Google Shape;220;p27"/>
          <p:cNvSpPr txBox="1">
            <a:spLocks noGrp="1"/>
          </p:cNvSpPr>
          <p:nvPr>
            <p:ph type="ctrTitle"/>
          </p:nvPr>
        </p:nvSpPr>
        <p:spPr>
          <a:xfrm>
            <a:off x="1789400" y="1309975"/>
            <a:ext cx="4148400" cy="167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INITIATION AU LANGAGE TYPESCRIPT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221" name="Google Shape;221;p27"/>
          <p:cNvSpPr txBox="1">
            <a:spLocks noGrp="1"/>
          </p:cNvSpPr>
          <p:nvPr>
            <p:ph type="subTitle" idx="1"/>
          </p:nvPr>
        </p:nvSpPr>
        <p:spPr>
          <a:xfrm>
            <a:off x="5169200" y="3772200"/>
            <a:ext cx="3043800" cy="5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AVEC TP INTEGRE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4" name="Google Shape;254;p30"/>
          <p:cNvGrpSpPr/>
          <p:nvPr/>
        </p:nvGrpSpPr>
        <p:grpSpPr>
          <a:xfrm>
            <a:off x="4806625" y="1238875"/>
            <a:ext cx="3617313" cy="3166995"/>
            <a:chOff x="1054825" y="1029588"/>
            <a:chExt cx="6665400" cy="7569300"/>
          </a:xfrm>
        </p:grpSpPr>
        <p:sp>
          <p:nvSpPr>
            <p:cNvPr id="255" name="Google Shape;255;p30"/>
            <p:cNvSpPr/>
            <p:nvPr/>
          </p:nvSpPr>
          <p:spPr>
            <a:xfrm>
              <a:off x="1054825" y="1029588"/>
              <a:ext cx="6665400" cy="7569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30"/>
            <p:cNvSpPr/>
            <p:nvPr/>
          </p:nvSpPr>
          <p:spPr>
            <a:xfrm>
              <a:off x="1054825" y="1029588"/>
              <a:ext cx="6665400" cy="610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7" name="Google Shape;257;p30"/>
          <p:cNvSpPr txBox="1">
            <a:spLocks noGrp="1"/>
          </p:cNvSpPr>
          <p:nvPr>
            <p:ph type="title"/>
          </p:nvPr>
        </p:nvSpPr>
        <p:spPr>
          <a:xfrm>
            <a:off x="720000" y="475500"/>
            <a:ext cx="7704000" cy="55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2"/>
                </a:solidFill>
              </a:rPr>
              <a:t>&lt;/ QUI SOMMES NOUS </a:t>
            </a:r>
            <a:r>
              <a:rPr lang="en" dirty="0"/>
              <a:t>?</a:t>
            </a:r>
            <a:endParaRPr dirty="0"/>
          </a:p>
        </p:txBody>
      </p:sp>
      <p:sp>
        <p:nvSpPr>
          <p:cNvPr id="258" name="Google Shape;258;p30"/>
          <p:cNvSpPr txBox="1">
            <a:spLocks noGrp="1"/>
          </p:cNvSpPr>
          <p:nvPr>
            <p:ph type="body" idx="1"/>
          </p:nvPr>
        </p:nvSpPr>
        <p:spPr>
          <a:xfrm>
            <a:off x="720000" y="1244275"/>
            <a:ext cx="3692400" cy="29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fr-FR" sz="1600" dirty="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fr-FR" sz="1600" dirty="0"/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fr-FR" sz="1600" dirty="0"/>
              <a:t>Fabrice </a:t>
            </a:r>
            <a:r>
              <a:rPr lang="fr-FR" sz="1600" dirty="0" err="1"/>
              <a:t>kadio</a:t>
            </a:r>
            <a:endParaRPr lang="fr-FR" sz="1600" dirty="0"/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fr-FR" sz="1600" dirty="0"/>
              <a:t>Ingénieur Logiciel</a:t>
            </a:r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fr-FR" sz="1600" dirty="0"/>
              <a:t>5 ans d’</a:t>
            </a:r>
            <a:r>
              <a:rPr lang="fr-FR" sz="1600" dirty="0" err="1"/>
              <a:t>experiences</a:t>
            </a:r>
            <a:r>
              <a:rPr lang="fr-FR" sz="1600" dirty="0"/>
              <a:t> </a:t>
            </a:r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fr-FR" sz="1600" dirty="0"/>
              <a:t>Double Diplôme (master GI et master </a:t>
            </a:r>
            <a:r>
              <a:rPr lang="fr-FR" sz="1600" dirty="0" err="1"/>
              <a:t>Miage</a:t>
            </a:r>
            <a:r>
              <a:rPr lang="fr-FR" sz="1600" dirty="0"/>
              <a:t>)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sz="1600" dirty="0"/>
          </a:p>
        </p:txBody>
      </p:sp>
      <p:sp>
        <p:nvSpPr>
          <p:cNvPr id="259" name="Google Shape;259;p30"/>
          <p:cNvSpPr txBox="1"/>
          <p:nvPr/>
        </p:nvSpPr>
        <p:spPr>
          <a:xfrm>
            <a:off x="4950330" y="1581625"/>
            <a:ext cx="1774800" cy="4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rPr>
              <a:t>TS</a:t>
            </a:r>
            <a:r>
              <a:rPr lang="en" sz="2400" dirty="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&gt;</a:t>
            </a:r>
            <a:endParaRPr sz="2400" dirty="0">
              <a:solidFill>
                <a:schemeClr val="accent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pic>
        <p:nvPicPr>
          <p:cNvPr id="260" name="Google Shape;26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1456" y="2141934"/>
            <a:ext cx="3107651" cy="2071251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9"/>
          <p:cNvSpPr txBox="1">
            <a:spLocks noGrp="1"/>
          </p:cNvSpPr>
          <p:nvPr>
            <p:ph type="ctrTitle"/>
          </p:nvPr>
        </p:nvSpPr>
        <p:spPr>
          <a:xfrm>
            <a:off x="1114016" y="1879714"/>
            <a:ext cx="3065100" cy="40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238" name="Google Shape;238;p29"/>
          <p:cNvSpPr txBox="1">
            <a:spLocks noGrp="1"/>
          </p:cNvSpPr>
          <p:nvPr>
            <p:ph type="title" idx="2"/>
          </p:nvPr>
        </p:nvSpPr>
        <p:spPr>
          <a:xfrm>
            <a:off x="1113997" y="1269525"/>
            <a:ext cx="1298700" cy="61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{01</a:t>
            </a:r>
            <a:r>
              <a:rPr lang="en" dirty="0">
                <a:solidFill>
                  <a:schemeClr val="tx1"/>
                </a:solidFill>
              </a:rPr>
              <a:t>}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39" name="Google Shape;239;p29"/>
          <p:cNvSpPr txBox="1">
            <a:spLocks noGrp="1"/>
          </p:cNvSpPr>
          <p:nvPr>
            <p:ph type="ctrTitle" idx="3"/>
          </p:nvPr>
        </p:nvSpPr>
        <p:spPr>
          <a:xfrm>
            <a:off x="1114008" y="2892814"/>
            <a:ext cx="3792728" cy="40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Installation &amp; configuration</a:t>
            </a:r>
            <a:endParaRPr dirty="0"/>
          </a:p>
        </p:txBody>
      </p:sp>
      <p:sp>
        <p:nvSpPr>
          <p:cNvPr id="240" name="Google Shape;240;p29"/>
          <p:cNvSpPr txBox="1">
            <a:spLocks noGrp="1"/>
          </p:cNvSpPr>
          <p:nvPr>
            <p:ph type="title" idx="4"/>
          </p:nvPr>
        </p:nvSpPr>
        <p:spPr>
          <a:xfrm>
            <a:off x="1113996" y="2283824"/>
            <a:ext cx="1621039" cy="61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{02}</a:t>
            </a:r>
            <a:endParaRPr dirty="0"/>
          </a:p>
        </p:txBody>
      </p:sp>
      <p:sp>
        <p:nvSpPr>
          <p:cNvPr id="241" name="Google Shape;241;p29"/>
          <p:cNvSpPr txBox="1">
            <a:spLocks noGrp="1"/>
          </p:cNvSpPr>
          <p:nvPr>
            <p:ph type="ctrTitle" idx="5"/>
          </p:nvPr>
        </p:nvSpPr>
        <p:spPr>
          <a:xfrm>
            <a:off x="1114107" y="3908761"/>
            <a:ext cx="3065100" cy="40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Typage</a:t>
            </a:r>
            <a:endParaRPr dirty="0"/>
          </a:p>
        </p:txBody>
      </p:sp>
      <p:sp>
        <p:nvSpPr>
          <p:cNvPr id="242" name="Google Shape;242;p29"/>
          <p:cNvSpPr txBox="1">
            <a:spLocks noGrp="1"/>
          </p:cNvSpPr>
          <p:nvPr>
            <p:ph type="title" idx="6"/>
          </p:nvPr>
        </p:nvSpPr>
        <p:spPr>
          <a:xfrm>
            <a:off x="1113998" y="3298125"/>
            <a:ext cx="1298700" cy="609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{03}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243" name="Google Shape;243;p29"/>
          <p:cNvSpPr txBox="1">
            <a:spLocks noGrp="1"/>
          </p:cNvSpPr>
          <p:nvPr>
            <p:ph type="title" idx="7"/>
          </p:nvPr>
        </p:nvSpPr>
        <p:spPr>
          <a:xfrm>
            <a:off x="4965997" y="1270125"/>
            <a:ext cx="1298700" cy="609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{04}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244" name="Google Shape;244;p29"/>
          <p:cNvSpPr txBox="1">
            <a:spLocks noGrp="1"/>
          </p:cNvSpPr>
          <p:nvPr>
            <p:ph type="ctrTitle" idx="8"/>
          </p:nvPr>
        </p:nvSpPr>
        <p:spPr>
          <a:xfrm>
            <a:off x="4966007" y="1879725"/>
            <a:ext cx="3065100" cy="40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Fonctions</a:t>
            </a:r>
            <a:endParaRPr dirty="0"/>
          </a:p>
        </p:txBody>
      </p:sp>
      <p:sp>
        <p:nvSpPr>
          <p:cNvPr id="245" name="Google Shape;245;p29"/>
          <p:cNvSpPr txBox="1">
            <a:spLocks noGrp="1"/>
          </p:cNvSpPr>
          <p:nvPr>
            <p:ph type="title" idx="9"/>
          </p:nvPr>
        </p:nvSpPr>
        <p:spPr>
          <a:xfrm>
            <a:off x="719988" y="45912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1"/>
                </a:solidFill>
              </a:rPr>
              <a:t>&lt;/ </a:t>
            </a:r>
            <a:r>
              <a:rPr lang="en" dirty="0">
                <a:solidFill>
                  <a:schemeClr val="tx1"/>
                </a:solidFill>
              </a:rPr>
              <a:t>Sommaire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46" name="Google Shape;246;p29"/>
          <p:cNvSpPr txBox="1">
            <a:spLocks noGrp="1"/>
          </p:cNvSpPr>
          <p:nvPr>
            <p:ph type="ctrTitle" idx="13"/>
          </p:nvPr>
        </p:nvSpPr>
        <p:spPr>
          <a:xfrm>
            <a:off x="4966007" y="2892814"/>
            <a:ext cx="3792728" cy="40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Objets,interfaces, classes</a:t>
            </a:r>
            <a:endParaRPr dirty="0"/>
          </a:p>
        </p:txBody>
      </p:sp>
      <p:sp>
        <p:nvSpPr>
          <p:cNvPr id="247" name="Google Shape;247;p29"/>
          <p:cNvSpPr txBox="1">
            <a:spLocks noGrp="1"/>
          </p:cNvSpPr>
          <p:nvPr>
            <p:ph type="title" idx="14"/>
          </p:nvPr>
        </p:nvSpPr>
        <p:spPr>
          <a:xfrm>
            <a:off x="4965997" y="2283824"/>
            <a:ext cx="1298700" cy="609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{</a:t>
            </a:r>
            <a:r>
              <a:rPr lang="en"/>
              <a:t>05}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248" name="Google Shape;248;p29"/>
          <p:cNvSpPr txBox="1">
            <a:spLocks noGrp="1"/>
          </p:cNvSpPr>
          <p:nvPr>
            <p:ph type="title" idx="15"/>
          </p:nvPr>
        </p:nvSpPr>
        <p:spPr>
          <a:xfrm>
            <a:off x="4965997" y="3298125"/>
            <a:ext cx="1298700" cy="609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{06}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249" name="Google Shape;249;p29"/>
          <p:cNvSpPr txBox="1">
            <a:spLocks noGrp="1"/>
          </p:cNvSpPr>
          <p:nvPr>
            <p:ph type="ctrTitle" idx="16"/>
          </p:nvPr>
        </p:nvSpPr>
        <p:spPr>
          <a:xfrm>
            <a:off x="4966007" y="3908750"/>
            <a:ext cx="3065100" cy="40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Tp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5" name="Google Shape;265;p31"/>
          <p:cNvGrpSpPr/>
          <p:nvPr/>
        </p:nvGrpSpPr>
        <p:grpSpPr>
          <a:xfrm>
            <a:off x="772525" y="726625"/>
            <a:ext cx="6578100" cy="3438300"/>
            <a:chOff x="772525" y="726625"/>
            <a:chExt cx="6578100" cy="3438300"/>
          </a:xfrm>
        </p:grpSpPr>
        <p:sp>
          <p:nvSpPr>
            <p:cNvPr id="266" name="Google Shape;266;p31"/>
            <p:cNvSpPr/>
            <p:nvPr/>
          </p:nvSpPr>
          <p:spPr>
            <a:xfrm>
              <a:off x="772525" y="726625"/>
              <a:ext cx="6578100" cy="3438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31"/>
            <p:cNvSpPr/>
            <p:nvPr/>
          </p:nvSpPr>
          <p:spPr>
            <a:xfrm>
              <a:off x="772525" y="726625"/>
              <a:ext cx="6578100" cy="255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8" name="Google Shape;268;p31"/>
          <p:cNvGrpSpPr/>
          <p:nvPr/>
        </p:nvGrpSpPr>
        <p:grpSpPr>
          <a:xfrm>
            <a:off x="3993600" y="3441475"/>
            <a:ext cx="2119748" cy="1127400"/>
            <a:chOff x="4924170" y="3441525"/>
            <a:chExt cx="3447305" cy="1127400"/>
          </a:xfrm>
        </p:grpSpPr>
        <p:sp>
          <p:nvSpPr>
            <p:cNvPr id="269" name="Google Shape;269;p31"/>
            <p:cNvSpPr/>
            <p:nvPr/>
          </p:nvSpPr>
          <p:spPr>
            <a:xfrm>
              <a:off x="4924170" y="3441525"/>
              <a:ext cx="3447300" cy="11274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31"/>
            <p:cNvSpPr/>
            <p:nvPr/>
          </p:nvSpPr>
          <p:spPr>
            <a:xfrm>
              <a:off x="4924175" y="3441525"/>
              <a:ext cx="3447300" cy="255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1" name="Google Shape;271;p31"/>
          <p:cNvGrpSpPr/>
          <p:nvPr/>
        </p:nvGrpSpPr>
        <p:grpSpPr>
          <a:xfrm>
            <a:off x="5422275" y="1302375"/>
            <a:ext cx="2560700" cy="1952840"/>
            <a:chOff x="-227375" y="1029588"/>
            <a:chExt cx="4718446" cy="4667400"/>
          </a:xfrm>
        </p:grpSpPr>
        <p:sp>
          <p:nvSpPr>
            <p:cNvPr id="272" name="Google Shape;272;p31"/>
            <p:cNvSpPr/>
            <p:nvPr/>
          </p:nvSpPr>
          <p:spPr>
            <a:xfrm>
              <a:off x="-227375" y="1029588"/>
              <a:ext cx="4718400" cy="46674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31"/>
            <p:cNvSpPr/>
            <p:nvPr/>
          </p:nvSpPr>
          <p:spPr>
            <a:xfrm>
              <a:off x="-227329" y="1029588"/>
              <a:ext cx="4718400" cy="610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4" name="Google Shape;274;p31"/>
          <p:cNvSpPr txBox="1">
            <a:spLocks noGrp="1"/>
          </p:cNvSpPr>
          <p:nvPr>
            <p:ph type="title"/>
          </p:nvPr>
        </p:nvSpPr>
        <p:spPr>
          <a:xfrm>
            <a:off x="1045150" y="1866000"/>
            <a:ext cx="3943500" cy="82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275" name="Google Shape;275;p31"/>
          <p:cNvSpPr txBox="1">
            <a:spLocks noGrp="1"/>
          </p:cNvSpPr>
          <p:nvPr>
            <p:ph type="title" idx="2"/>
          </p:nvPr>
        </p:nvSpPr>
        <p:spPr>
          <a:xfrm>
            <a:off x="5590076" y="1551675"/>
            <a:ext cx="2225100" cy="151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76" name="Google Shape;276;p31"/>
          <p:cNvSpPr txBox="1"/>
          <p:nvPr/>
        </p:nvSpPr>
        <p:spPr>
          <a:xfrm>
            <a:off x="841925" y="1094475"/>
            <a:ext cx="1077300" cy="5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2"/>
                </a:solidFill>
                <a:latin typeface="Quantico"/>
                <a:ea typeface="Quantico"/>
                <a:cs typeface="Quantico"/>
                <a:sym typeface="Quantico"/>
              </a:rPr>
              <a:t>&lt;/&gt;</a:t>
            </a:r>
            <a:endParaRPr sz="3600">
              <a:solidFill>
                <a:schemeClr val="lt2"/>
              </a:solidFill>
            </a:endParaRPr>
          </a:p>
        </p:txBody>
      </p:sp>
      <p:sp>
        <p:nvSpPr>
          <p:cNvPr id="277" name="Google Shape;277;p31"/>
          <p:cNvSpPr txBox="1"/>
          <p:nvPr/>
        </p:nvSpPr>
        <p:spPr>
          <a:xfrm>
            <a:off x="536125" y="117311"/>
            <a:ext cx="19995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Pitch Deck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78" name="Google Shape;278;p31"/>
          <p:cNvSpPr txBox="1"/>
          <p:nvPr/>
        </p:nvSpPr>
        <p:spPr>
          <a:xfrm>
            <a:off x="3730325" y="117311"/>
            <a:ext cx="19995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20xx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79" name="Google Shape;279;p31"/>
          <p:cNvSpPr txBox="1"/>
          <p:nvPr/>
        </p:nvSpPr>
        <p:spPr>
          <a:xfrm>
            <a:off x="4445082" y="3760875"/>
            <a:ext cx="1216800" cy="7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2"/>
                </a:solidFill>
              </a:rPr>
              <a:t>}</a:t>
            </a:r>
            <a:r>
              <a:rPr lang="en" sz="3600">
                <a:solidFill>
                  <a:schemeClr val="dk1"/>
                </a:solidFill>
              </a:rPr>
              <a:t> /&gt; </a:t>
            </a:r>
            <a:r>
              <a:rPr lang="en" sz="3600">
                <a:solidFill>
                  <a:schemeClr val="accent1"/>
                </a:solidFill>
              </a:rPr>
              <a:t>[</a:t>
            </a:r>
            <a:endParaRPr sz="36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2"/>
          <p:cNvSpPr txBox="1">
            <a:spLocks noGrp="1"/>
          </p:cNvSpPr>
          <p:nvPr>
            <p:ph type="title"/>
          </p:nvPr>
        </p:nvSpPr>
        <p:spPr>
          <a:xfrm>
            <a:off x="719988" y="45912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2"/>
                </a:solidFill>
              </a:rPr>
              <a:t>&lt;/ Historique</a:t>
            </a:r>
            <a:endParaRPr dirty="0"/>
          </a:p>
        </p:txBody>
      </p:sp>
      <p:sp>
        <p:nvSpPr>
          <p:cNvPr id="290" name="Google Shape;290;p32"/>
          <p:cNvSpPr txBox="1"/>
          <p:nvPr/>
        </p:nvSpPr>
        <p:spPr>
          <a:xfrm>
            <a:off x="573593" y="1189221"/>
            <a:ext cx="7850395" cy="6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2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/&gt;</a:t>
            </a:r>
            <a:r>
              <a:rPr lang="en" sz="1800" dirty="0">
                <a:solidFill>
                  <a:schemeClr val="dk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fr-FR" sz="1800" dirty="0">
                <a:solidFill>
                  <a:schemeClr val="dk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1995 : JavaScript (Brendan Eich – Netscape)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   Créé pour rendre les pages web interactives.</a:t>
            </a:r>
            <a:endParaRPr sz="1800" dirty="0">
              <a:solidFill>
                <a:schemeClr val="accent1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8" name="Google Shape;290;p32">
            <a:extLst>
              <a:ext uri="{FF2B5EF4-FFF2-40B4-BE49-F238E27FC236}">
                <a16:creationId xmlns:a16="http://schemas.microsoft.com/office/drawing/2014/main" id="{0BDBF8AF-F209-479F-C4B0-5941623F4E22}"/>
              </a:ext>
            </a:extLst>
          </p:cNvPr>
          <p:cNvSpPr txBox="1"/>
          <p:nvPr/>
        </p:nvSpPr>
        <p:spPr>
          <a:xfrm>
            <a:off x="573592" y="1831221"/>
            <a:ext cx="7850395" cy="6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2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    /&gt; </a:t>
            </a:r>
            <a:r>
              <a:rPr lang="fr-FR" sz="18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2009 : Node.js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  JavaScript devient utilisable côté serveur.</a:t>
            </a:r>
          </a:p>
        </p:txBody>
      </p:sp>
      <p:sp>
        <p:nvSpPr>
          <p:cNvPr id="9" name="Google Shape;290;p32">
            <a:extLst>
              <a:ext uri="{FF2B5EF4-FFF2-40B4-BE49-F238E27FC236}">
                <a16:creationId xmlns:a16="http://schemas.microsoft.com/office/drawing/2014/main" id="{1EF80B07-A0E7-2403-260F-E972C839AACB}"/>
              </a:ext>
            </a:extLst>
          </p:cNvPr>
          <p:cNvSpPr txBox="1"/>
          <p:nvPr/>
        </p:nvSpPr>
        <p:spPr>
          <a:xfrm>
            <a:off x="513720" y="2535621"/>
            <a:ext cx="7850395" cy="950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2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    /&gt;  </a:t>
            </a:r>
            <a:r>
              <a:rPr lang="fr-FR" sz="18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2015 : ES6 (</a:t>
            </a:r>
            <a:r>
              <a:rPr lang="fr-FR" sz="1800" dirty="0" err="1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ECMAScript</a:t>
            </a:r>
            <a:r>
              <a:rPr lang="fr-FR" sz="18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2015) </a:t>
            </a: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	  Ajoute des fonctionnalités modernes (classes, 	  </a:t>
            </a:r>
            <a:r>
              <a:rPr lang="fr-FR" sz="1800" dirty="0" err="1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arrow</a:t>
            </a:r>
            <a:r>
              <a:rPr lang="fr-FR" sz="18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fr-FR" sz="1800" dirty="0" err="1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functions</a:t>
            </a:r>
            <a:r>
              <a:rPr lang="fr-FR" sz="18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, etc.)</a:t>
            </a: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fr-FR" sz="1800" dirty="0">
              <a:solidFill>
                <a:schemeClr val="tx1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10" name="Google Shape;290;p32">
            <a:extLst>
              <a:ext uri="{FF2B5EF4-FFF2-40B4-BE49-F238E27FC236}">
                <a16:creationId xmlns:a16="http://schemas.microsoft.com/office/drawing/2014/main" id="{ED6B93FB-FDFB-FBE3-2B40-B5F85A8D753F}"/>
              </a:ext>
            </a:extLst>
          </p:cNvPr>
          <p:cNvSpPr txBox="1"/>
          <p:nvPr/>
        </p:nvSpPr>
        <p:spPr>
          <a:xfrm>
            <a:off x="513720" y="3548551"/>
            <a:ext cx="7850395" cy="950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2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    /&gt;  </a:t>
            </a:r>
            <a:r>
              <a:rPr lang="fr-FR" sz="18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2012 : </a:t>
            </a:r>
            <a:r>
              <a:rPr lang="fr-FR" sz="1800" dirty="0" err="1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TypeScript</a:t>
            </a:r>
            <a:r>
              <a:rPr lang="fr-FR" sz="18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(Microsoft)</a:t>
            </a: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	  </a:t>
            </a:r>
            <a:r>
              <a:rPr lang="fr-FR" sz="1800" dirty="0" err="1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Superset</a:t>
            </a:r>
            <a:r>
              <a:rPr lang="fr-FR" sz="18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de JS avec typage statique, compilé en 	  JavaScript.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>
          <a:extLst>
            <a:ext uri="{FF2B5EF4-FFF2-40B4-BE49-F238E27FC236}">
              <a16:creationId xmlns:a16="http://schemas.microsoft.com/office/drawing/2014/main" id="{0B9D0917-4597-2B38-C3E0-F07054906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2">
            <a:extLst>
              <a:ext uri="{FF2B5EF4-FFF2-40B4-BE49-F238E27FC236}">
                <a16:creationId xmlns:a16="http://schemas.microsoft.com/office/drawing/2014/main" id="{6D10080D-CEE8-15E8-9E63-4781D67E24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9988" y="45912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2"/>
                </a:solidFill>
              </a:rPr>
              <a:t>&lt;/ Pourquoi typescript ?</a:t>
            </a:r>
            <a:endParaRPr dirty="0"/>
          </a:p>
        </p:txBody>
      </p:sp>
      <p:sp>
        <p:nvSpPr>
          <p:cNvPr id="290" name="Google Shape;290;p32">
            <a:extLst>
              <a:ext uri="{FF2B5EF4-FFF2-40B4-BE49-F238E27FC236}">
                <a16:creationId xmlns:a16="http://schemas.microsoft.com/office/drawing/2014/main" id="{8B0F3D6A-F319-0D40-3A01-442B6B6CE644}"/>
              </a:ext>
            </a:extLst>
          </p:cNvPr>
          <p:cNvSpPr txBox="1"/>
          <p:nvPr/>
        </p:nvSpPr>
        <p:spPr>
          <a:xfrm>
            <a:off x="573593" y="1189221"/>
            <a:ext cx="7850395" cy="6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2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    /&gt; </a:t>
            </a:r>
            <a:r>
              <a:rPr lang="fr-FR" sz="18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Typage statique </a:t>
            </a:r>
            <a:endParaRPr sz="1800" dirty="0">
              <a:solidFill>
                <a:schemeClr val="tx1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9" name="Google Shape;290;p32">
            <a:extLst>
              <a:ext uri="{FF2B5EF4-FFF2-40B4-BE49-F238E27FC236}">
                <a16:creationId xmlns:a16="http://schemas.microsoft.com/office/drawing/2014/main" id="{00710C6B-A51F-1C66-8639-3B0C1D42F9C8}"/>
              </a:ext>
            </a:extLst>
          </p:cNvPr>
          <p:cNvSpPr txBox="1"/>
          <p:nvPr/>
        </p:nvSpPr>
        <p:spPr>
          <a:xfrm>
            <a:off x="573591" y="2214621"/>
            <a:ext cx="7850395" cy="619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2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    /&gt; </a:t>
            </a:r>
            <a:r>
              <a:rPr lang="fr-FR" sz="18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Meilleure lisibilité et maintenabilité du code</a:t>
            </a:r>
          </a:p>
        </p:txBody>
      </p:sp>
      <p:sp>
        <p:nvSpPr>
          <p:cNvPr id="2" name="Google Shape;290;p32">
            <a:extLst>
              <a:ext uri="{FF2B5EF4-FFF2-40B4-BE49-F238E27FC236}">
                <a16:creationId xmlns:a16="http://schemas.microsoft.com/office/drawing/2014/main" id="{21C201AF-B062-B31E-0FBD-39C9EB083C5B}"/>
              </a:ext>
            </a:extLst>
          </p:cNvPr>
          <p:cNvSpPr txBox="1"/>
          <p:nvPr/>
        </p:nvSpPr>
        <p:spPr>
          <a:xfrm>
            <a:off x="573592" y="1667614"/>
            <a:ext cx="7850395" cy="6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2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    /&gt; </a:t>
            </a:r>
            <a:r>
              <a:rPr lang="fr-FR" sz="18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Détection d’erreur à la compilation</a:t>
            </a:r>
            <a:endParaRPr sz="1800" dirty="0">
              <a:solidFill>
                <a:schemeClr val="tx1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3" name="Google Shape;290;p32">
            <a:extLst>
              <a:ext uri="{FF2B5EF4-FFF2-40B4-BE49-F238E27FC236}">
                <a16:creationId xmlns:a16="http://schemas.microsoft.com/office/drawing/2014/main" id="{F1D8C8DB-81BE-24F2-3F4F-4D8BD9122BAB}"/>
              </a:ext>
            </a:extLst>
          </p:cNvPr>
          <p:cNvSpPr txBox="1"/>
          <p:nvPr/>
        </p:nvSpPr>
        <p:spPr>
          <a:xfrm>
            <a:off x="573590" y="2814921"/>
            <a:ext cx="7850395" cy="619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2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    /&gt; </a:t>
            </a:r>
            <a:r>
              <a:rPr lang="fr-FR" sz="18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Idéal pour des projets structurés comme </a:t>
            </a:r>
            <a:r>
              <a:rPr lang="fr-FR" sz="1800" dirty="0" err="1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Angular</a:t>
            </a:r>
            <a:endParaRPr lang="fr-FR" sz="1800" dirty="0">
              <a:solidFill>
                <a:schemeClr val="tx1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4" name="Google Shape;290;p32">
            <a:extLst>
              <a:ext uri="{FF2B5EF4-FFF2-40B4-BE49-F238E27FC236}">
                <a16:creationId xmlns:a16="http://schemas.microsoft.com/office/drawing/2014/main" id="{E62C731B-96BC-1492-C2C4-1ABF162F134C}"/>
              </a:ext>
            </a:extLst>
          </p:cNvPr>
          <p:cNvSpPr txBox="1"/>
          <p:nvPr/>
        </p:nvSpPr>
        <p:spPr>
          <a:xfrm>
            <a:off x="573590" y="3339194"/>
            <a:ext cx="7850395" cy="619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2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    /&gt; </a:t>
            </a:r>
            <a:r>
              <a:rPr lang="en" sz="18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Compilé en javascript</a:t>
            </a:r>
            <a:endParaRPr lang="fr-FR" sz="1800" dirty="0">
              <a:solidFill>
                <a:schemeClr val="tx1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8430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>
          <a:extLst>
            <a:ext uri="{FF2B5EF4-FFF2-40B4-BE49-F238E27FC236}">
              <a16:creationId xmlns:a16="http://schemas.microsoft.com/office/drawing/2014/main" id="{0010883A-BDFE-5B44-4050-E20DF882B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5" name="Google Shape;265;p31">
            <a:extLst>
              <a:ext uri="{FF2B5EF4-FFF2-40B4-BE49-F238E27FC236}">
                <a16:creationId xmlns:a16="http://schemas.microsoft.com/office/drawing/2014/main" id="{721000B0-3DC1-A3DE-234C-A1A3A41428E5}"/>
              </a:ext>
            </a:extLst>
          </p:cNvPr>
          <p:cNvGrpSpPr/>
          <p:nvPr/>
        </p:nvGrpSpPr>
        <p:grpSpPr>
          <a:xfrm>
            <a:off x="772525" y="726625"/>
            <a:ext cx="6578100" cy="3438300"/>
            <a:chOff x="772525" y="726625"/>
            <a:chExt cx="6578100" cy="3438300"/>
          </a:xfrm>
        </p:grpSpPr>
        <p:sp>
          <p:nvSpPr>
            <p:cNvPr id="266" name="Google Shape;266;p31">
              <a:extLst>
                <a:ext uri="{FF2B5EF4-FFF2-40B4-BE49-F238E27FC236}">
                  <a16:creationId xmlns:a16="http://schemas.microsoft.com/office/drawing/2014/main" id="{E8C614D8-C334-7167-89D0-BF1ED25C34AC}"/>
                </a:ext>
              </a:extLst>
            </p:cNvPr>
            <p:cNvSpPr/>
            <p:nvPr/>
          </p:nvSpPr>
          <p:spPr>
            <a:xfrm>
              <a:off x="772525" y="726625"/>
              <a:ext cx="6578100" cy="3438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31">
              <a:extLst>
                <a:ext uri="{FF2B5EF4-FFF2-40B4-BE49-F238E27FC236}">
                  <a16:creationId xmlns:a16="http://schemas.microsoft.com/office/drawing/2014/main" id="{084969A9-30FD-8333-77FD-E2B7DF634885}"/>
                </a:ext>
              </a:extLst>
            </p:cNvPr>
            <p:cNvSpPr/>
            <p:nvPr/>
          </p:nvSpPr>
          <p:spPr>
            <a:xfrm>
              <a:off x="772525" y="726625"/>
              <a:ext cx="6578100" cy="255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8" name="Google Shape;268;p31">
            <a:extLst>
              <a:ext uri="{FF2B5EF4-FFF2-40B4-BE49-F238E27FC236}">
                <a16:creationId xmlns:a16="http://schemas.microsoft.com/office/drawing/2014/main" id="{7956CC79-1130-50BA-6C79-B37FEAEA742F}"/>
              </a:ext>
            </a:extLst>
          </p:cNvPr>
          <p:cNvGrpSpPr/>
          <p:nvPr/>
        </p:nvGrpSpPr>
        <p:grpSpPr>
          <a:xfrm>
            <a:off x="3993600" y="3441475"/>
            <a:ext cx="2119748" cy="1127400"/>
            <a:chOff x="4924170" y="3441525"/>
            <a:chExt cx="3447305" cy="1127400"/>
          </a:xfrm>
        </p:grpSpPr>
        <p:sp>
          <p:nvSpPr>
            <p:cNvPr id="269" name="Google Shape;269;p31">
              <a:extLst>
                <a:ext uri="{FF2B5EF4-FFF2-40B4-BE49-F238E27FC236}">
                  <a16:creationId xmlns:a16="http://schemas.microsoft.com/office/drawing/2014/main" id="{E80C9DD5-CFE9-4109-D911-324FE7A64F33}"/>
                </a:ext>
              </a:extLst>
            </p:cNvPr>
            <p:cNvSpPr/>
            <p:nvPr/>
          </p:nvSpPr>
          <p:spPr>
            <a:xfrm>
              <a:off x="4924170" y="3441525"/>
              <a:ext cx="3447300" cy="11274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31">
              <a:extLst>
                <a:ext uri="{FF2B5EF4-FFF2-40B4-BE49-F238E27FC236}">
                  <a16:creationId xmlns:a16="http://schemas.microsoft.com/office/drawing/2014/main" id="{1A4D8580-64C7-5E49-526B-8AD53A59B3FC}"/>
                </a:ext>
              </a:extLst>
            </p:cNvPr>
            <p:cNvSpPr/>
            <p:nvPr/>
          </p:nvSpPr>
          <p:spPr>
            <a:xfrm>
              <a:off x="4924175" y="3441525"/>
              <a:ext cx="3447300" cy="255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1" name="Google Shape;271;p31">
            <a:extLst>
              <a:ext uri="{FF2B5EF4-FFF2-40B4-BE49-F238E27FC236}">
                <a16:creationId xmlns:a16="http://schemas.microsoft.com/office/drawing/2014/main" id="{528FB867-177F-C66A-19BC-4CD90931D3F6}"/>
              </a:ext>
            </a:extLst>
          </p:cNvPr>
          <p:cNvGrpSpPr/>
          <p:nvPr/>
        </p:nvGrpSpPr>
        <p:grpSpPr>
          <a:xfrm>
            <a:off x="5422275" y="1302375"/>
            <a:ext cx="2560700" cy="1952840"/>
            <a:chOff x="-227375" y="1029588"/>
            <a:chExt cx="4718446" cy="4667400"/>
          </a:xfrm>
        </p:grpSpPr>
        <p:sp>
          <p:nvSpPr>
            <p:cNvPr id="272" name="Google Shape;272;p31">
              <a:extLst>
                <a:ext uri="{FF2B5EF4-FFF2-40B4-BE49-F238E27FC236}">
                  <a16:creationId xmlns:a16="http://schemas.microsoft.com/office/drawing/2014/main" id="{6E45DF42-5B78-CA0C-F3C6-0A95F66DA2EF}"/>
                </a:ext>
              </a:extLst>
            </p:cNvPr>
            <p:cNvSpPr/>
            <p:nvPr/>
          </p:nvSpPr>
          <p:spPr>
            <a:xfrm>
              <a:off x="-227375" y="1029588"/>
              <a:ext cx="4718400" cy="46674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31">
              <a:extLst>
                <a:ext uri="{FF2B5EF4-FFF2-40B4-BE49-F238E27FC236}">
                  <a16:creationId xmlns:a16="http://schemas.microsoft.com/office/drawing/2014/main" id="{1CB5FAF4-BF2F-E886-5302-F231E0C969FE}"/>
                </a:ext>
              </a:extLst>
            </p:cNvPr>
            <p:cNvSpPr/>
            <p:nvPr/>
          </p:nvSpPr>
          <p:spPr>
            <a:xfrm>
              <a:off x="-227329" y="1029588"/>
              <a:ext cx="4718400" cy="610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4" name="Google Shape;274;p31">
            <a:extLst>
              <a:ext uri="{FF2B5EF4-FFF2-40B4-BE49-F238E27FC236}">
                <a16:creationId xmlns:a16="http://schemas.microsoft.com/office/drawing/2014/main" id="{7A3DCAFC-ECA7-57BD-0A96-3A2B5A0021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45150" y="1866000"/>
            <a:ext cx="3943500" cy="82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/>
              <a:t>Installation et configuration</a:t>
            </a:r>
            <a:endParaRPr sz="4400" dirty="0"/>
          </a:p>
        </p:txBody>
      </p:sp>
      <p:sp>
        <p:nvSpPr>
          <p:cNvPr id="275" name="Google Shape;275;p31">
            <a:extLst>
              <a:ext uri="{FF2B5EF4-FFF2-40B4-BE49-F238E27FC236}">
                <a16:creationId xmlns:a16="http://schemas.microsoft.com/office/drawing/2014/main" id="{724BD3EF-6216-BE24-3E8C-F34A18F7C2B7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5590076" y="1551675"/>
            <a:ext cx="2225100" cy="151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276" name="Google Shape;276;p31">
            <a:extLst>
              <a:ext uri="{FF2B5EF4-FFF2-40B4-BE49-F238E27FC236}">
                <a16:creationId xmlns:a16="http://schemas.microsoft.com/office/drawing/2014/main" id="{34421115-2F25-B420-304B-48258DE227FD}"/>
              </a:ext>
            </a:extLst>
          </p:cNvPr>
          <p:cNvSpPr txBox="1"/>
          <p:nvPr/>
        </p:nvSpPr>
        <p:spPr>
          <a:xfrm>
            <a:off x="841925" y="1094475"/>
            <a:ext cx="1077300" cy="5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2"/>
                </a:solidFill>
                <a:latin typeface="Quantico"/>
                <a:ea typeface="Quantico"/>
                <a:cs typeface="Quantico"/>
                <a:sym typeface="Quantico"/>
              </a:rPr>
              <a:t>&lt;/&gt;</a:t>
            </a:r>
            <a:endParaRPr sz="3600">
              <a:solidFill>
                <a:schemeClr val="lt2"/>
              </a:solidFill>
            </a:endParaRPr>
          </a:p>
        </p:txBody>
      </p:sp>
      <p:sp>
        <p:nvSpPr>
          <p:cNvPr id="277" name="Google Shape;277;p31">
            <a:extLst>
              <a:ext uri="{FF2B5EF4-FFF2-40B4-BE49-F238E27FC236}">
                <a16:creationId xmlns:a16="http://schemas.microsoft.com/office/drawing/2014/main" id="{8F376D96-11BA-49C7-2E8C-2AF5C873A841}"/>
              </a:ext>
            </a:extLst>
          </p:cNvPr>
          <p:cNvSpPr txBox="1"/>
          <p:nvPr/>
        </p:nvSpPr>
        <p:spPr>
          <a:xfrm>
            <a:off x="536125" y="117311"/>
            <a:ext cx="19995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Pitch Deck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78" name="Google Shape;278;p31">
            <a:extLst>
              <a:ext uri="{FF2B5EF4-FFF2-40B4-BE49-F238E27FC236}">
                <a16:creationId xmlns:a16="http://schemas.microsoft.com/office/drawing/2014/main" id="{FBA02F68-A40E-79DE-9EE8-C18E7AB0057C}"/>
              </a:ext>
            </a:extLst>
          </p:cNvPr>
          <p:cNvSpPr txBox="1"/>
          <p:nvPr/>
        </p:nvSpPr>
        <p:spPr>
          <a:xfrm>
            <a:off x="3730325" y="117311"/>
            <a:ext cx="19995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20xx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79" name="Google Shape;279;p31">
            <a:extLst>
              <a:ext uri="{FF2B5EF4-FFF2-40B4-BE49-F238E27FC236}">
                <a16:creationId xmlns:a16="http://schemas.microsoft.com/office/drawing/2014/main" id="{F67C6D8A-1890-AFE9-0D7E-EB9D40F1D246}"/>
              </a:ext>
            </a:extLst>
          </p:cNvPr>
          <p:cNvSpPr txBox="1"/>
          <p:nvPr/>
        </p:nvSpPr>
        <p:spPr>
          <a:xfrm>
            <a:off x="4445082" y="3760875"/>
            <a:ext cx="1216800" cy="7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2"/>
                </a:solidFill>
              </a:rPr>
              <a:t>}</a:t>
            </a:r>
            <a:r>
              <a:rPr lang="en" sz="3600">
                <a:solidFill>
                  <a:schemeClr val="dk1"/>
                </a:solidFill>
              </a:rPr>
              <a:t> /&gt; </a:t>
            </a:r>
            <a:r>
              <a:rPr lang="en" sz="3600">
                <a:solidFill>
                  <a:schemeClr val="accent1"/>
                </a:solidFill>
              </a:rPr>
              <a:t>[</a:t>
            </a:r>
            <a:endParaRPr sz="360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56960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>
          <a:extLst>
            <a:ext uri="{FF2B5EF4-FFF2-40B4-BE49-F238E27FC236}">
              <a16:creationId xmlns:a16="http://schemas.microsoft.com/office/drawing/2014/main" id="{BC8852FC-54FF-8A37-9C2D-9BB97516F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4" name="Google Shape;254;p30">
            <a:extLst>
              <a:ext uri="{FF2B5EF4-FFF2-40B4-BE49-F238E27FC236}">
                <a16:creationId xmlns:a16="http://schemas.microsoft.com/office/drawing/2014/main" id="{A6A5D57D-16A5-BBE0-C4BD-B56D2806470D}"/>
              </a:ext>
            </a:extLst>
          </p:cNvPr>
          <p:cNvGrpSpPr/>
          <p:nvPr/>
        </p:nvGrpSpPr>
        <p:grpSpPr>
          <a:xfrm>
            <a:off x="4806625" y="1238875"/>
            <a:ext cx="3617313" cy="3166995"/>
            <a:chOff x="1054825" y="1029588"/>
            <a:chExt cx="6665400" cy="7569300"/>
          </a:xfrm>
        </p:grpSpPr>
        <p:sp>
          <p:nvSpPr>
            <p:cNvPr id="255" name="Google Shape;255;p30">
              <a:extLst>
                <a:ext uri="{FF2B5EF4-FFF2-40B4-BE49-F238E27FC236}">
                  <a16:creationId xmlns:a16="http://schemas.microsoft.com/office/drawing/2014/main" id="{FBE3B9F2-59C7-781A-FE50-E5C1D7C8603D}"/>
                </a:ext>
              </a:extLst>
            </p:cNvPr>
            <p:cNvSpPr/>
            <p:nvPr/>
          </p:nvSpPr>
          <p:spPr>
            <a:xfrm>
              <a:off x="1054825" y="1029588"/>
              <a:ext cx="6665400" cy="7569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30">
              <a:extLst>
                <a:ext uri="{FF2B5EF4-FFF2-40B4-BE49-F238E27FC236}">
                  <a16:creationId xmlns:a16="http://schemas.microsoft.com/office/drawing/2014/main" id="{E3175FD5-095D-E2A7-B642-A7C3139B8884}"/>
                </a:ext>
              </a:extLst>
            </p:cNvPr>
            <p:cNvSpPr/>
            <p:nvPr/>
          </p:nvSpPr>
          <p:spPr>
            <a:xfrm>
              <a:off x="1054825" y="1029588"/>
              <a:ext cx="6665400" cy="610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7" name="Google Shape;257;p30">
            <a:extLst>
              <a:ext uri="{FF2B5EF4-FFF2-40B4-BE49-F238E27FC236}">
                <a16:creationId xmlns:a16="http://schemas.microsoft.com/office/drawing/2014/main" id="{EEE9C050-2F22-012E-9E69-E0256D4028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75500"/>
            <a:ext cx="7704000" cy="55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2"/>
                </a:solidFill>
              </a:rPr>
              <a:t>&lt;/ Installation et configuration </a:t>
            </a:r>
            <a:endParaRPr dirty="0"/>
          </a:p>
        </p:txBody>
      </p:sp>
      <p:sp>
        <p:nvSpPr>
          <p:cNvPr id="258" name="Google Shape;258;p30">
            <a:extLst>
              <a:ext uri="{FF2B5EF4-FFF2-40B4-BE49-F238E27FC236}">
                <a16:creationId xmlns:a16="http://schemas.microsoft.com/office/drawing/2014/main" id="{B74EDDBE-AA4C-4770-BE89-1AB2CD1D79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244275"/>
            <a:ext cx="3692400" cy="29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fr-FR" sz="1600" dirty="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fr-FR"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sz="1600" dirty="0"/>
          </a:p>
        </p:txBody>
      </p:sp>
      <p:sp>
        <p:nvSpPr>
          <p:cNvPr id="259" name="Google Shape;259;p30">
            <a:extLst>
              <a:ext uri="{FF2B5EF4-FFF2-40B4-BE49-F238E27FC236}">
                <a16:creationId xmlns:a16="http://schemas.microsoft.com/office/drawing/2014/main" id="{B930A41A-E3E4-6B3B-9BC7-1BEB6BCB6A52}"/>
              </a:ext>
            </a:extLst>
          </p:cNvPr>
          <p:cNvSpPr txBox="1"/>
          <p:nvPr/>
        </p:nvSpPr>
        <p:spPr>
          <a:xfrm>
            <a:off x="4934002" y="1581625"/>
            <a:ext cx="2626356" cy="4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dirty="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rPr>
              <a:t>T</a:t>
            </a:r>
            <a:r>
              <a:rPr lang="en" sz="2400" dirty="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rPr>
              <a:t>sconfig.json</a:t>
            </a:r>
            <a:r>
              <a:rPr lang="en" sz="2400" dirty="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&gt;</a:t>
            </a:r>
            <a:endParaRPr sz="2400" dirty="0">
              <a:solidFill>
                <a:schemeClr val="accent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4" name="Google Shape;290;p32">
            <a:extLst>
              <a:ext uri="{FF2B5EF4-FFF2-40B4-BE49-F238E27FC236}">
                <a16:creationId xmlns:a16="http://schemas.microsoft.com/office/drawing/2014/main" id="{E572B1B2-D700-99F9-3BA4-95F34887A39A}"/>
              </a:ext>
            </a:extLst>
          </p:cNvPr>
          <p:cNvSpPr txBox="1"/>
          <p:nvPr/>
        </p:nvSpPr>
        <p:spPr>
          <a:xfrm>
            <a:off x="-290037" y="1726687"/>
            <a:ext cx="7850395" cy="6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2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    /&gt; </a:t>
            </a:r>
            <a:r>
              <a:rPr lang="fr-FR" sz="1800" dirty="0" err="1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npm</a:t>
            </a:r>
            <a:r>
              <a:rPr lang="fr-FR" sz="18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init -y </a:t>
            </a:r>
            <a:endParaRPr sz="1800" dirty="0">
              <a:solidFill>
                <a:schemeClr val="tx1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5" name="Google Shape;290;p32">
            <a:extLst>
              <a:ext uri="{FF2B5EF4-FFF2-40B4-BE49-F238E27FC236}">
                <a16:creationId xmlns:a16="http://schemas.microsoft.com/office/drawing/2014/main" id="{AC278851-B58D-1D30-87C5-BA2E1181C772}"/>
              </a:ext>
            </a:extLst>
          </p:cNvPr>
          <p:cNvSpPr txBox="1"/>
          <p:nvPr/>
        </p:nvSpPr>
        <p:spPr>
          <a:xfrm>
            <a:off x="-290036" y="2336605"/>
            <a:ext cx="7850395" cy="6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2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    /&gt; </a:t>
            </a:r>
            <a:r>
              <a:rPr lang="fr-FR" sz="1800" dirty="0" err="1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npm</a:t>
            </a:r>
            <a:r>
              <a:rPr lang="fr-FR" sz="18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i </a:t>
            </a:r>
            <a:r>
              <a:rPr lang="fr-FR" sz="1800" dirty="0" err="1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typescript</a:t>
            </a:r>
            <a:r>
              <a:rPr lang="fr-FR" sz="18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–</a:t>
            </a:r>
            <a:r>
              <a:rPr lang="fr-FR" sz="1800" dirty="0" err="1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save</a:t>
            </a:r>
            <a:r>
              <a:rPr lang="fr-FR" sz="18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-dev </a:t>
            </a:r>
            <a:endParaRPr sz="1800" dirty="0">
              <a:solidFill>
                <a:schemeClr val="tx1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B8632F-1D37-D993-3A71-FE40C36D23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1602" y="2020612"/>
            <a:ext cx="4140969" cy="2590933"/>
          </a:xfrm>
          <a:prstGeom prst="rect">
            <a:avLst/>
          </a:prstGeom>
        </p:spPr>
      </p:pic>
      <p:sp>
        <p:nvSpPr>
          <p:cNvPr id="8" name="Google Shape;290;p32">
            <a:extLst>
              <a:ext uri="{FF2B5EF4-FFF2-40B4-BE49-F238E27FC236}">
                <a16:creationId xmlns:a16="http://schemas.microsoft.com/office/drawing/2014/main" id="{328ECAF6-9082-276C-5F27-82A7CE13100E}"/>
              </a:ext>
            </a:extLst>
          </p:cNvPr>
          <p:cNvSpPr txBox="1"/>
          <p:nvPr/>
        </p:nvSpPr>
        <p:spPr>
          <a:xfrm>
            <a:off x="-349907" y="2946523"/>
            <a:ext cx="7850395" cy="6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2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    /&gt; </a:t>
            </a:r>
            <a:r>
              <a:rPr lang="fr-FR" sz="1800" dirty="0" err="1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npx</a:t>
            </a:r>
            <a:r>
              <a:rPr lang="fr-FR" sz="18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fr-FR" sz="1800" dirty="0" err="1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tsc</a:t>
            </a:r>
            <a:r>
              <a:rPr lang="fr-FR" sz="18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endParaRPr sz="1800" dirty="0">
              <a:solidFill>
                <a:schemeClr val="tx1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1920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>
          <a:extLst>
            <a:ext uri="{FF2B5EF4-FFF2-40B4-BE49-F238E27FC236}">
              <a16:creationId xmlns:a16="http://schemas.microsoft.com/office/drawing/2014/main" id="{B31BA3F8-7105-B55B-E94D-CA1DF05FA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5" name="Google Shape;265;p31">
            <a:extLst>
              <a:ext uri="{FF2B5EF4-FFF2-40B4-BE49-F238E27FC236}">
                <a16:creationId xmlns:a16="http://schemas.microsoft.com/office/drawing/2014/main" id="{DA9FF121-02A7-CA47-DED3-74250401FD0E}"/>
              </a:ext>
            </a:extLst>
          </p:cNvPr>
          <p:cNvGrpSpPr/>
          <p:nvPr/>
        </p:nvGrpSpPr>
        <p:grpSpPr>
          <a:xfrm>
            <a:off x="772525" y="726625"/>
            <a:ext cx="6578100" cy="3438300"/>
            <a:chOff x="772525" y="726625"/>
            <a:chExt cx="6578100" cy="3438300"/>
          </a:xfrm>
        </p:grpSpPr>
        <p:sp>
          <p:nvSpPr>
            <p:cNvPr id="266" name="Google Shape;266;p31">
              <a:extLst>
                <a:ext uri="{FF2B5EF4-FFF2-40B4-BE49-F238E27FC236}">
                  <a16:creationId xmlns:a16="http://schemas.microsoft.com/office/drawing/2014/main" id="{2FB55483-5173-0B3A-3C34-5AA9616CBA1F}"/>
                </a:ext>
              </a:extLst>
            </p:cNvPr>
            <p:cNvSpPr/>
            <p:nvPr/>
          </p:nvSpPr>
          <p:spPr>
            <a:xfrm>
              <a:off x="772525" y="726625"/>
              <a:ext cx="6578100" cy="3438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31">
              <a:extLst>
                <a:ext uri="{FF2B5EF4-FFF2-40B4-BE49-F238E27FC236}">
                  <a16:creationId xmlns:a16="http://schemas.microsoft.com/office/drawing/2014/main" id="{2CE416DF-16D4-93F5-C9F4-4E18FE06B3CE}"/>
                </a:ext>
              </a:extLst>
            </p:cNvPr>
            <p:cNvSpPr/>
            <p:nvPr/>
          </p:nvSpPr>
          <p:spPr>
            <a:xfrm>
              <a:off x="772525" y="726625"/>
              <a:ext cx="6578100" cy="255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8" name="Google Shape;268;p31">
            <a:extLst>
              <a:ext uri="{FF2B5EF4-FFF2-40B4-BE49-F238E27FC236}">
                <a16:creationId xmlns:a16="http://schemas.microsoft.com/office/drawing/2014/main" id="{F5A7D648-1897-38C8-D784-14CD870E1839}"/>
              </a:ext>
            </a:extLst>
          </p:cNvPr>
          <p:cNvGrpSpPr/>
          <p:nvPr/>
        </p:nvGrpSpPr>
        <p:grpSpPr>
          <a:xfrm>
            <a:off x="3993600" y="3441475"/>
            <a:ext cx="2119748" cy="1127400"/>
            <a:chOff x="4924170" y="3441525"/>
            <a:chExt cx="3447305" cy="1127400"/>
          </a:xfrm>
        </p:grpSpPr>
        <p:sp>
          <p:nvSpPr>
            <p:cNvPr id="269" name="Google Shape;269;p31">
              <a:extLst>
                <a:ext uri="{FF2B5EF4-FFF2-40B4-BE49-F238E27FC236}">
                  <a16:creationId xmlns:a16="http://schemas.microsoft.com/office/drawing/2014/main" id="{E6394B31-7526-E2D2-DAD3-7C9F01FB9F7C}"/>
                </a:ext>
              </a:extLst>
            </p:cNvPr>
            <p:cNvSpPr/>
            <p:nvPr/>
          </p:nvSpPr>
          <p:spPr>
            <a:xfrm>
              <a:off x="4924170" y="3441525"/>
              <a:ext cx="3447300" cy="11274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31">
              <a:extLst>
                <a:ext uri="{FF2B5EF4-FFF2-40B4-BE49-F238E27FC236}">
                  <a16:creationId xmlns:a16="http://schemas.microsoft.com/office/drawing/2014/main" id="{5331BE78-E792-2628-09C9-D36FF9572925}"/>
                </a:ext>
              </a:extLst>
            </p:cNvPr>
            <p:cNvSpPr/>
            <p:nvPr/>
          </p:nvSpPr>
          <p:spPr>
            <a:xfrm>
              <a:off x="4924175" y="3441525"/>
              <a:ext cx="3447300" cy="255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1" name="Google Shape;271;p31">
            <a:extLst>
              <a:ext uri="{FF2B5EF4-FFF2-40B4-BE49-F238E27FC236}">
                <a16:creationId xmlns:a16="http://schemas.microsoft.com/office/drawing/2014/main" id="{F4088C6E-4013-BC3F-0A13-BC0AA72FC4ED}"/>
              </a:ext>
            </a:extLst>
          </p:cNvPr>
          <p:cNvGrpSpPr/>
          <p:nvPr/>
        </p:nvGrpSpPr>
        <p:grpSpPr>
          <a:xfrm>
            <a:off x="5422275" y="1302375"/>
            <a:ext cx="2560700" cy="1952840"/>
            <a:chOff x="-227375" y="1029588"/>
            <a:chExt cx="4718446" cy="4667400"/>
          </a:xfrm>
        </p:grpSpPr>
        <p:sp>
          <p:nvSpPr>
            <p:cNvPr id="272" name="Google Shape;272;p31">
              <a:extLst>
                <a:ext uri="{FF2B5EF4-FFF2-40B4-BE49-F238E27FC236}">
                  <a16:creationId xmlns:a16="http://schemas.microsoft.com/office/drawing/2014/main" id="{BE13BA0B-8260-3BCD-14F0-4767E5ECDD9D}"/>
                </a:ext>
              </a:extLst>
            </p:cNvPr>
            <p:cNvSpPr/>
            <p:nvPr/>
          </p:nvSpPr>
          <p:spPr>
            <a:xfrm>
              <a:off x="-227375" y="1029588"/>
              <a:ext cx="4718400" cy="46674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31">
              <a:extLst>
                <a:ext uri="{FF2B5EF4-FFF2-40B4-BE49-F238E27FC236}">
                  <a16:creationId xmlns:a16="http://schemas.microsoft.com/office/drawing/2014/main" id="{4B9F3B6F-DA6B-02BE-A89A-54BBC412993A}"/>
                </a:ext>
              </a:extLst>
            </p:cNvPr>
            <p:cNvSpPr/>
            <p:nvPr/>
          </p:nvSpPr>
          <p:spPr>
            <a:xfrm>
              <a:off x="-227329" y="1029588"/>
              <a:ext cx="4718400" cy="610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4" name="Google Shape;274;p31">
            <a:extLst>
              <a:ext uri="{FF2B5EF4-FFF2-40B4-BE49-F238E27FC236}">
                <a16:creationId xmlns:a16="http://schemas.microsoft.com/office/drawing/2014/main" id="{99B95D43-8794-4075-FB5B-4875746215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45150" y="1866000"/>
            <a:ext cx="3943500" cy="82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400" dirty="0"/>
              <a:t>Typage</a:t>
            </a:r>
            <a:endParaRPr sz="4400" dirty="0"/>
          </a:p>
        </p:txBody>
      </p:sp>
      <p:sp>
        <p:nvSpPr>
          <p:cNvPr id="275" name="Google Shape;275;p31">
            <a:extLst>
              <a:ext uri="{FF2B5EF4-FFF2-40B4-BE49-F238E27FC236}">
                <a16:creationId xmlns:a16="http://schemas.microsoft.com/office/drawing/2014/main" id="{7FB3E5B5-AC99-CDDD-9A97-C73081381DF0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5590076" y="1551675"/>
            <a:ext cx="2225100" cy="151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276" name="Google Shape;276;p31">
            <a:extLst>
              <a:ext uri="{FF2B5EF4-FFF2-40B4-BE49-F238E27FC236}">
                <a16:creationId xmlns:a16="http://schemas.microsoft.com/office/drawing/2014/main" id="{DF568CAE-B32A-55BE-7A53-93010AC25697}"/>
              </a:ext>
            </a:extLst>
          </p:cNvPr>
          <p:cNvSpPr txBox="1"/>
          <p:nvPr/>
        </p:nvSpPr>
        <p:spPr>
          <a:xfrm>
            <a:off x="841925" y="1094475"/>
            <a:ext cx="1077300" cy="5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2"/>
                </a:solidFill>
                <a:latin typeface="Quantico"/>
                <a:ea typeface="Quantico"/>
                <a:cs typeface="Quantico"/>
                <a:sym typeface="Quantico"/>
              </a:rPr>
              <a:t>&lt;/&gt;</a:t>
            </a:r>
            <a:endParaRPr sz="3600">
              <a:solidFill>
                <a:schemeClr val="lt2"/>
              </a:solidFill>
            </a:endParaRPr>
          </a:p>
        </p:txBody>
      </p:sp>
      <p:sp>
        <p:nvSpPr>
          <p:cNvPr id="277" name="Google Shape;277;p31">
            <a:extLst>
              <a:ext uri="{FF2B5EF4-FFF2-40B4-BE49-F238E27FC236}">
                <a16:creationId xmlns:a16="http://schemas.microsoft.com/office/drawing/2014/main" id="{A497F43F-B9AE-CC0A-70C5-F6AB17AEA0F4}"/>
              </a:ext>
            </a:extLst>
          </p:cNvPr>
          <p:cNvSpPr txBox="1"/>
          <p:nvPr/>
        </p:nvSpPr>
        <p:spPr>
          <a:xfrm>
            <a:off x="536125" y="117311"/>
            <a:ext cx="19995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Pitch Deck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78" name="Google Shape;278;p31">
            <a:extLst>
              <a:ext uri="{FF2B5EF4-FFF2-40B4-BE49-F238E27FC236}">
                <a16:creationId xmlns:a16="http://schemas.microsoft.com/office/drawing/2014/main" id="{A7682F80-29AA-6184-1184-028745874C96}"/>
              </a:ext>
            </a:extLst>
          </p:cNvPr>
          <p:cNvSpPr txBox="1"/>
          <p:nvPr/>
        </p:nvSpPr>
        <p:spPr>
          <a:xfrm>
            <a:off x="3730325" y="117311"/>
            <a:ext cx="19995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20xx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79" name="Google Shape;279;p31">
            <a:extLst>
              <a:ext uri="{FF2B5EF4-FFF2-40B4-BE49-F238E27FC236}">
                <a16:creationId xmlns:a16="http://schemas.microsoft.com/office/drawing/2014/main" id="{BEF9872C-19EF-C4AF-0505-905A04AF7B3A}"/>
              </a:ext>
            </a:extLst>
          </p:cNvPr>
          <p:cNvSpPr txBox="1"/>
          <p:nvPr/>
        </p:nvSpPr>
        <p:spPr>
          <a:xfrm>
            <a:off x="4445082" y="3760875"/>
            <a:ext cx="1216800" cy="7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2"/>
                </a:solidFill>
              </a:rPr>
              <a:t>}</a:t>
            </a:r>
            <a:r>
              <a:rPr lang="en" sz="3600">
                <a:solidFill>
                  <a:schemeClr val="dk1"/>
                </a:solidFill>
              </a:rPr>
              <a:t> /&gt; </a:t>
            </a:r>
            <a:r>
              <a:rPr lang="en" sz="3600">
                <a:solidFill>
                  <a:schemeClr val="accent1"/>
                </a:solidFill>
              </a:rPr>
              <a:t>[</a:t>
            </a:r>
            <a:endParaRPr sz="360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4522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>
          <a:extLst>
            <a:ext uri="{FF2B5EF4-FFF2-40B4-BE49-F238E27FC236}">
              <a16:creationId xmlns:a16="http://schemas.microsoft.com/office/drawing/2014/main" id="{4105D518-0D10-7F65-34A9-8FC1F7D26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2">
            <a:extLst>
              <a:ext uri="{FF2B5EF4-FFF2-40B4-BE49-F238E27FC236}">
                <a16:creationId xmlns:a16="http://schemas.microsoft.com/office/drawing/2014/main" id="{8296A6C0-E554-EC80-EA97-3E10F6A491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9988" y="45912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2"/>
                </a:solidFill>
              </a:rPr>
              <a:t>&lt;/ let</a:t>
            </a:r>
            <a:endParaRPr dirty="0"/>
          </a:p>
        </p:txBody>
      </p:sp>
      <p:sp>
        <p:nvSpPr>
          <p:cNvPr id="290" name="Google Shape;290;p32">
            <a:extLst>
              <a:ext uri="{FF2B5EF4-FFF2-40B4-BE49-F238E27FC236}">
                <a16:creationId xmlns:a16="http://schemas.microsoft.com/office/drawing/2014/main" id="{9A21BA00-0D4D-4DAE-5372-B3BBEA80AF13}"/>
              </a:ext>
            </a:extLst>
          </p:cNvPr>
          <p:cNvSpPr txBox="1"/>
          <p:nvPr/>
        </p:nvSpPr>
        <p:spPr>
          <a:xfrm>
            <a:off x="573593" y="1189221"/>
            <a:ext cx="7850395" cy="6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2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    /&gt; </a:t>
            </a:r>
            <a:r>
              <a:rPr lang="fr-FR" sz="18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Sert à déclarer une variable mutable </a:t>
            </a:r>
            <a:endParaRPr sz="1800" dirty="0">
              <a:solidFill>
                <a:schemeClr val="tx1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9" name="Google Shape;290;p32">
            <a:extLst>
              <a:ext uri="{FF2B5EF4-FFF2-40B4-BE49-F238E27FC236}">
                <a16:creationId xmlns:a16="http://schemas.microsoft.com/office/drawing/2014/main" id="{49775C92-71A1-6621-5C2B-5EEB42870FE0}"/>
              </a:ext>
            </a:extLst>
          </p:cNvPr>
          <p:cNvSpPr txBox="1"/>
          <p:nvPr/>
        </p:nvSpPr>
        <p:spPr>
          <a:xfrm>
            <a:off x="573591" y="2214621"/>
            <a:ext cx="7850395" cy="619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2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    /&gt; </a:t>
            </a:r>
            <a:r>
              <a:rPr lang="fr-FR" sz="18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Peut être redéclaré dans un autre bloc</a:t>
            </a:r>
          </a:p>
        </p:txBody>
      </p:sp>
      <p:sp>
        <p:nvSpPr>
          <p:cNvPr id="2" name="Google Shape;290;p32">
            <a:extLst>
              <a:ext uri="{FF2B5EF4-FFF2-40B4-BE49-F238E27FC236}">
                <a16:creationId xmlns:a16="http://schemas.microsoft.com/office/drawing/2014/main" id="{A0A735A8-EAE5-F41E-534C-2C8B1F55F952}"/>
              </a:ext>
            </a:extLst>
          </p:cNvPr>
          <p:cNvSpPr txBox="1"/>
          <p:nvPr/>
        </p:nvSpPr>
        <p:spPr>
          <a:xfrm>
            <a:off x="573592" y="1667614"/>
            <a:ext cx="7850395" cy="6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2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    /&gt; </a:t>
            </a:r>
            <a:r>
              <a:rPr lang="fr-FR" sz="18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Portée limitée au bloc {}</a:t>
            </a:r>
            <a:endParaRPr sz="1800" dirty="0">
              <a:solidFill>
                <a:schemeClr val="tx1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77457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>
          <a:extLst>
            <a:ext uri="{FF2B5EF4-FFF2-40B4-BE49-F238E27FC236}">
              <a16:creationId xmlns:a16="http://schemas.microsoft.com/office/drawing/2014/main" id="{39F6F37A-CABE-14AC-1505-42CE6F3A6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2">
            <a:extLst>
              <a:ext uri="{FF2B5EF4-FFF2-40B4-BE49-F238E27FC236}">
                <a16:creationId xmlns:a16="http://schemas.microsoft.com/office/drawing/2014/main" id="{83BCFC53-2215-9CA6-B69D-F4F1B0CD95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9988" y="45912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2"/>
                </a:solidFill>
              </a:rPr>
              <a:t>&lt;/ const</a:t>
            </a:r>
            <a:endParaRPr dirty="0"/>
          </a:p>
        </p:txBody>
      </p:sp>
      <p:sp>
        <p:nvSpPr>
          <p:cNvPr id="290" name="Google Shape;290;p32">
            <a:extLst>
              <a:ext uri="{FF2B5EF4-FFF2-40B4-BE49-F238E27FC236}">
                <a16:creationId xmlns:a16="http://schemas.microsoft.com/office/drawing/2014/main" id="{8422C0F1-3252-36BB-B50F-7AA3E78BFC89}"/>
              </a:ext>
            </a:extLst>
          </p:cNvPr>
          <p:cNvSpPr txBox="1"/>
          <p:nvPr/>
        </p:nvSpPr>
        <p:spPr>
          <a:xfrm>
            <a:off x="573593" y="1189221"/>
            <a:ext cx="7850395" cy="6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2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    /&gt; </a:t>
            </a:r>
            <a:r>
              <a:rPr lang="fr-FR" sz="18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Sert à déclarer une variable immuable </a:t>
            </a:r>
            <a:endParaRPr sz="1800" dirty="0">
              <a:solidFill>
                <a:schemeClr val="tx1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9" name="Google Shape;290;p32">
            <a:extLst>
              <a:ext uri="{FF2B5EF4-FFF2-40B4-BE49-F238E27FC236}">
                <a16:creationId xmlns:a16="http://schemas.microsoft.com/office/drawing/2014/main" id="{CE558668-EB0F-1822-0DFE-D95E8934978E}"/>
              </a:ext>
            </a:extLst>
          </p:cNvPr>
          <p:cNvSpPr txBox="1"/>
          <p:nvPr/>
        </p:nvSpPr>
        <p:spPr>
          <a:xfrm>
            <a:off x="573591" y="2214621"/>
            <a:ext cx="7850395" cy="619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2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    /&gt; </a:t>
            </a:r>
            <a:r>
              <a:rPr lang="fr-FR" sz="18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Obligation d’assigner tout de suite</a:t>
            </a:r>
          </a:p>
        </p:txBody>
      </p:sp>
      <p:sp>
        <p:nvSpPr>
          <p:cNvPr id="2" name="Google Shape;290;p32">
            <a:extLst>
              <a:ext uri="{FF2B5EF4-FFF2-40B4-BE49-F238E27FC236}">
                <a16:creationId xmlns:a16="http://schemas.microsoft.com/office/drawing/2014/main" id="{E5929B51-3889-ACE0-218C-B1ADEB26D28B}"/>
              </a:ext>
            </a:extLst>
          </p:cNvPr>
          <p:cNvSpPr txBox="1"/>
          <p:nvPr/>
        </p:nvSpPr>
        <p:spPr>
          <a:xfrm>
            <a:off x="573592" y="1667614"/>
            <a:ext cx="7850395" cy="6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2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    /&gt; </a:t>
            </a:r>
            <a:r>
              <a:rPr lang="fr-FR" sz="18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Portée limitée au bloc {}</a:t>
            </a:r>
            <a:endParaRPr sz="1800" dirty="0">
              <a:solidFill>
                <a:schemeClr val="tx1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96687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>
          <a:extLst>
            <a:ext uri="{FF2B5EF4-FFF2-40B4-BE49-F238E27FC236}">
              <a16:creationId xmlns:a16="http://schemas.microsoft.com/office/drawing/2014/main" id="{12BAF0E8-335E-A408-3165-F7CE1C248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2">
            <a:extLst>
              <a:ext uri="{FF2B5EF4-FFF2-40B4-BE49-F238E27FC236}">
                <a16:creationId xmlns:a16="http://schemas.microsoft.com/office/drawing/2014/main" id="{F772481C-CC9D-5285-30EC-43FA74B7E7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9988" y="45912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2"/>
                </a:solidFill>
              </a:rPr>
              <a:t>&lt;/ Typage de base</a:t>
            </a:r>
            <a:endParaRPr dirty="0"/>
          </a:p>
        </p:txBody>
      </p:sp>
      <p:sp>
        <p:nvSpPr>
          <p:cNvPr id="290" name="Google Shape;290;p32">
            <a:extLst>
              <a:ext uri="{FF2B5EF4-FFF2-40B4-BE49-F238E27FC236}">
                <a16:creationId xmlns:a16="http://schemas.microsoft.com/office/drawing/2014/main" id="{91E5AC94-CB8B-DF8F-491A-3C52AA364441}"/>
              </a:ext>
            </a:extLst>
          </p:cNvPr>
          <p:cNvSpPr txBox="1"/>
          <p:nvPr/>
        </p:nvSpPr>
        <p:spPr>
          <a:xfrm>
            <a:off x="573593" y="1189221"/>
            <a:ext cx="7850395" cy="6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2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    /&gt; </a:t>
            </a:r>
            <a:r>
              <a:rPr lang="fr-FR" sz="18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string </a:t>
            </a:r>
            <a:endParaRPr sz="1800" dirty="0">
              <a:solidFill>
                <a:schemeClr val="tx1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9" name="Google Shape;290;p32">
            <a:extLst>
              <a:ext uri="{FF2B5EF4-FFF2-40B4-BE49-F238E27FC236}">
                <a16:creationId xmlns:a16="http://schemas.microsoft.com/office/drawing/2014/main" id="{AFEFE78C-477B-9A58-F433-FEECC6653CCE}"/>
              </a:ext>
            </a:extLst>
          </p:cNvPr>
          <p:cNvSpPr txBox="1"/>
          <p:nvPr/>
        </p:nvSpPr>
        <p:spPr>
          <a:xfrm>
            <a:off x="573591" y="2214621"/>
            <a:ext cx="7850395" cy="619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2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    /&gt; </a:t>
            </a:r>
            <a:r>
              <a:rPr lang="fr-FR" sz="1800" dirty="0" err="1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boolean</a:t>
            </a:r>
            <a:endParaRPr lang="fr-FR" sz="1800" dirty="0">
              <a:solidFill>
                <a:schemeClr val="tx1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2" name="Google Shape;290;p32">
            <a:extLst>
              <a:ext uri="{FF2B5EF4-FFF2-40B4-BE49-F238E27FC236}">
                <a16:creationId xmlns:a16="http://schemas.microsoft.com/office/drawing/2014/main" id="{1529FD36-7E6B-B54E-807F-80053C895EEE}"/>
              </a:ext>
            </a:extLst>
          </p:cNvPr>
          <p:cNvSpPr txBox="1"/>
          <p:nvPr/>
        </p:nvSpPr>
        <p:spPr>
          <a:xfrm>
            <a:off x="573592" y="1667614"/>
            <a:ext cx="7850395" cy="6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2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    /&gt; </a:t>
            </a:r>
            <a:r>
              <a:rPr lang="fr-FR" sz="1800" dirty="0" err="1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number</a:t>
            </a:r>
            <a:endParaRPr sz="1800" dirty="0">
              <a:solidFill>
                <a:schemeClr val="tx1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3" name="Google Shape;290;p32">
            <a:extLst>
              <a:ext uri="{FF2B5EF4-FFF2-40B4-BE49-F238E27FC236}">
                <a16:creationId xmlns:a16="http://schemas.microsoft.com/office/drawing/2014/main" id="{4C80312C-3CC6-B160-CD92-4B1B3E89C8F3}"/>
              </a:ext>
            </a:extLst>
          </p:cNvPr>
          <p:cNvSpPr txBox="1"/>
          <p:nvPr/>
        </p:nvSpPr>
        <p:spPr>
          <a:xfrm>
            <a:off x="573590" y="2810274"/>
            <a:ext cx="7850395" cy="619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2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    /&gt; </a:t>
            </a:r>
            <a:r>
              <a:rPr lang="fr-FR" sz="1800" dirty="0" err="1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array</a:t>
            </a:r>
            <a:endParaRPr lang="fr-FR" sz="1800" dirty="0">
              <a:solidFill>
                <a:schemeClr val="tx1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4" name="Google Shape;290;p32">
            <a:extLst>
              <a:ext uri="{FF2B5EF4-FFF2-40B4-BE49-F238E27FC236}">
                <a16:creationId xmlns:a16="http://schemas.microsoft.com/office/drawing/2014/main" id="{702777D5-A7D6-B582-BA2A-C92158084BF2}"/>
              </a:ext>
            </a:extLst>
          </p:cNvPr>
          <p:cNvSpPr txBox="1"/>
          <p:nvPr/>
        </p:nvSpPr>
        <p:spPr>
          <a:xfrm>
            <a:off x="2843258" y="2426874"/>
            <a:ext cx="7850395" cy="619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2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    /&gt; </a:t>
            </a:r>
            <a:r>
              <a:rPr lang="en" sz="18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unknown</a:t>
            </a:r>
            <a:endParaRPr lang="fr-FR" sz="1800" dirty="0">
              <a:solidFill>
                <a:schemeClr val="tx1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5" name="Google Shape;290;p32">
            <a:extLst>
              <a:ext uri="{FF2B5EF4-FFF2-40B4-BE49-F238E27FC236}">
                <a16:creationId xmlns:a16="http://schemas.microsoft.com/office/drawing/2014/main" id="{B409A73A-A17D-A395-177F-C18F7D57DC90}"/>
              </a:ext>
            </a:extLst>
          </p:cNvPr>
          <p:cNvSpPr txBox="1"/>
          <p:nvPr/>
        </p:nvSpPr>
        <p:spPr>
          <a:xfrm>
            <a:off x="2916736" y="1204103"/>
            <a:ext cx="7850395" cy="619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2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    /&gt; </a:t>
            </a:r>
            <a:r>
              <a:rPr lang="en" sz="18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tuple</a:t>
            </a:r>
            <a:endParaRPr lang="fr-FR" sz="1800" dirty="0">
              <a:solidFill>
                <a:schemeClr val="tx1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6" name="Google Shape;290;p32">
            <a:extLst>
              <a:ext uri="{FF2B5EF4-FFF2-40B4-BE49-F238E27FC236}">
                <a16:creationId xmlns:a16="http://schemas.microsoft.com/office/drawing/2014/main" id="{F5D747FA-461D-938B-3632-EE1FE8745E4B}"/>
              </a:ext>
            </a:extLst>
          </p:cNvPr>
          <p:cNvSpPr txBox="1"/>
          <p:nvPr/>
        </p:nvSpPr>
        <p:spPr>
          <a:xfrm>
            <a:off x="2843259" y="1758962"/>
            <a:ext cx="7850395" cy="619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2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    /&gt; </a:t>
            </a:r>
            <a:r>
              <a:rPr lang="fr-FR" sz="1800" dirty="0" err="1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any</a:t>
            </a:r>
            <a:endParaRPr lang="fr-FR" sz="1800" dirty="0">
              <a:solidFill>
                <a:schemeClr val="tx1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7" name="Google Shape;290;p32">
            <a:extLst>
              <a:ext uri="{FF2B5EF4-FFF2-40B4-BE49-F238E27FC236}">
                <a16:creationId xmlns:a16="http://schemas.microsoft.com/office/drawing/2014/main" id="{3281393E-C7ED-8C7A-8A60-49EA3119D186}"/>
              </a:ext>
            </a:extLst>
          </p:cNvPr>
          <p:cNvSpPr txBox="1"/>
          <p:nvPr/>
        </p:nvSpPr>
        <p:spPr>
          <a:xfrm>
            <a:off x="573589" y="3503307"/>
            <a:ext cx="7850395" cy="619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2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    /&gt; </a:t>
            </a:r>
            <a:r>
              <a:rPr lang="en" sz="18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notion de null et undefined</a:t>
            </a:r>
            <a:endParaRPr lang="fr-FR" sz="1800" dirty="0">
              <a:solidFill>
                <a:schemeClr val="tx1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8" name="Google Shape;290;p32">
            <a:extLst>
              <a:ext uri="{FF2B5EF4-FFF2-40B4-BE49-F238E27FC236}">
                <a16:creationId xmlns:a16="http://schemas.microsoft.com/office/drawing/2014/main" id="{A7BAD631-CFE3-B5BF-53C1-97CC4B929B8A}"/>
              </a:ext>
            </a:extLst>
          </p:cNvPr>
          <p:cNvSpPr txBox="1"/>
          <p:nvPr/>
        </p:nvSpPr>
        <p:spPr>
          <a:xfrm>
            <a:off x="2783387" y="2908534"/>
            <a:ext cx="7850395" cy="619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2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    </a:t>
            </a:r>
            <a:r>
              <a:rPr lang="en" sz="1800">
                <a:solidFill>
                  <a:schemeClr val="accent2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/&gt; </a:t>
            </a:r>
            <a:r>
              <a:rPr lang="en" sz="180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never</a:t>
            </a:r>
            <a:endParaRPr lang="fr-FR" sz="1800" dirty="0">
              <a:solidFill>
                <a:schemeClr val="tx1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67590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>
          <a:extLst>
            <a:ext uri="{FF2B5EF4-FFF2-40B4-BE49-F238E27FC236}">
              <a16:creationId xmlns:a16="http://schemas.microsoft.com/office/drawing/2014/main" id="{B7F5FEEA-5553-1999-9DE9-081D1049F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2">
            <a:extLst>
              <a:ext uri="{FF2B5EF4-FFF2-40B4-BE49-F238E27FC236}">
                <a16:creationId xmlns:a16="http://schemas.microsoft.com/office/drawing/2014/main" id="{9639B26A-C806-2734-CE1C-9075851F89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9988" y="45912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2"/>
                </a:solidFill>
              </a:rPr>
              <a:t>&lt;/ Types utilitaires</a:t>
            </a:r>
            <a:endParaRPr dirty="0"/>
          </a:p>
        </p:txBody>
      </p:sp>
      <p:sp>
        <p:nvSpPr>
          <p:cNvPr id="3" name="Google Shape;290;p32">
            <a:extLst>
              <a:ext uri="{FF2B5EF4-FFF2-40B4-BE49-F238E27FC236}">
                <a16:creationId xmlns:a16="http://schemas.microsoft.com/office/drawing/2014/main" id="{C5054F7A-4D5F-E275-FADC-190E4B9BDB3F}"/>
              </a:ext>
            </a:extLst>
          </p:cNvPr>
          <p:cNvSpPr txBox="1"/>
          <p:nvPr/>
        </p:nvSpPr>
        <p:spPr>
          <a:xfrm>
            <a:off x="389885" y="1297352"/>
            <a:ext cx="7850395" cy="619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2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    /&gt; </a:t>
            </a:r>
            <a:r>
              <a:rPr lang="en" sz="18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Pick&lt;T,K&gt;</a:t>
            </a:r>
            <a:endParaRPr lang="fr-FR" sz="1800" dirty="0">
              <a:solidFill>
                <a:schemeClr val="tx1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4" name="Google Shape;290;p32">
            <a:extLst>
              <a:ext uri="{FF2B5EF4-FFF2-40B4-BE49-F238E27FC236}">
                <a16:creationId xmlns:a16="http://schemas.microsoft.com/office/drawing/2014/main" id="{0EEBE71C-3D2A-46AF-5463-D1F97D58CB82}"/>
              </a:ext>
            </a:extLst>
          </p:cNvPr>
          <p:cNvSpPr txBox="1"/>
          <p:nvPr/>
        </p:nvSpPr>
        <p:spPr>
          <a:xfrm>
            <a:off x="255169" y="2905679"/>
            <a:ext cx="7850395" cy="619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2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     /&gt; </a:t>
            </a:r>
            <a:r>
              <a:rPr lang="en" sz="18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Partial&lt;K&gt;</a:t>
            </a:r>
            <a:endParaRPr lang="fr-FR" sz="1800" dirty="0">
              <a:solidFill>
                <a:schemeClr val="tx1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5" name="Google Shape;290;p32">
            <a:extLst>
              <a:ext uri="{FF2B5EF4-FFF2-40B4-BE49-F238E27FC236}">
                <a16:creationId xmlns:a16="http://schemas.microsoft.com/office/drawing/2014/main" id="{6180D138-1197-6CF2-42AD-746EB83A6771}"/>
              </a:ext>
            </a:extLst>
          </p:cNvPr>
          <p:cNvSpPr txBox="1"/>
          <p:nvPr/>
        </p:nvSpPr>
        <p:spPr>
          <a:xfrm>
            <a:off x="414633" y="1849925"/>
            <a:ext cx="7850395" cy="619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2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    /&gt; </a:t>
            </a:r>
            <a:r>
              <a:rPr lang="en" sz="18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Omit&lt;T,K&gt;</a:t>
            </a:r>
            <a:endParaRPr lang="fr-FR" sz="1800" dirty="0">
              <a:solidFill>
                <a:schemeClr val="tx1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6" name="Google Shape;290;p32">
            <a:extLst>
              <a:ext uri="{FF2B5EF4-FFF2-40B4-BE49-F238E27FC236}">
                <a16:creationId xmlns:a16="http://schemas.microsoft.com/office/drawing/2014/main" id="{0E03AB65-1D82-D8B5-D5A3-04412CEAB781}"/>
              </a:ext>
            </a:extLst>
          </p:cNvPr>
          <p:cNvSpPr txBox="1"/>
          <p:nvPr/>
        </p:nvSpPr>
        <p:spPr>
          <a:xfrm>
            <a:off x="255170" y="2353106"/>
            <a:ext cx="7850395" cy="619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2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     /&gt; </a:t>
            </a:r>
            <a:r>
              <a:rPr lang="en" sz="18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Record&lt;T,K&gt;</a:t>
            </a:r>
            <a:endParaRPr lang="fr-FR" sz="1800" dirty="0">
              <a:solidFill>
                <a:schemeClr val="tx1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72562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>
          <a:extLst>
            <a:ext uri="{FF2B5EF4-FFF2-40B4-BE49-F238E27FC236}">
              <a16:creationId xmlns:a16="http://schemas.microsoft.com/office/drawing/2014/main" id="{64E15F5F-92A2-D6DD-2A3B-40D309907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2">
            <a:extLst>
              <a:ext uri="{FF2B5EF4-FFF2-40B4-BE49-F238E27FC236}">
                <a16:creationId xmlns:a16="http://schemas.microsoft.com/office/drawing/2014/main" id="{77ED7278-751C-925E-67A9-11EAA261B6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9988" y="45912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2"/>
                </a:solidFill>
              </a:rPr>
              <a:t>&lt;/ Typage avancé</a:t>
            </a:r>
            <a:endParaRPr dirty="0"/>
          </a:p>
        </p:txBody>
      </p:sp>
      <p:sp>
        <p:nvSpPr>
          <p:cNvPr id="290" name="Google Shape;290;p32">
            <a:extLst>
              <a:ext uri="{FF2B5EF4-FFF2-40B4-BE49-F238E27FC236}">
                <a16:creationId xmlns:a16="http://schemas.microsoft.com/office/drawing/2014/main" id="{61C55001-69F2-235E-7763-F04DA09261B1}"/>
              </a:ext>
            </a:extLst>
          </p:cNvPr>
          <p:cNvSpPr txBox="1"/>
          <p:nvPr/>
        </p:nvSpPr>
        <p:spPr>
          <a:xfrm>
            <a:off x="573593" y="1189221"/>
            <a:ext cx="7850395" cy="6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2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    /&gt; </a:t>
            </a:r>
            <a:r>
              <a:rPr lang="fr-FR" sz="18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Union et </a:t>
            </a:r>
            <a:r>
              <a:rPr lang="fr-FR" sz="1800" dirty="0" err="1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narrowing</a:t>
            </a:r>
            <a:r>
              <a:rPr lang="fr-FR" sz="18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endParaRPr sz="1800" dirty="0">
              <a:solidFill>
                <a:schemeClr val="tx1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9" name="Google Shape;290;p32">
            <a:extLst>
              <a:ext uri="{FF2B5EF4-FFF2-40B4-BE49-F238E27FC236}">
                <a16:creationId xmlns:a16="http://schemas.microsoft.com/office/drawing/2014/main" id="{923270A7-B57A-2442-708B-FE9954B810CC}"/>
              </a:ext>
            </a:extLst>
          </p:cNvPr>
          <p:cNvSpPr txBox="1"/>
          <p:nvPr/>
        </p:nvSpPr>
        <p:spPr>
          <a:xfrm>
            <a:off x="573587" y="1764209"/>
            <a:ext cx="7850395" cy="619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2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    /&gt; </a:t>
            </a:r>
            <a:r>
              <a:rPr lang="en" sz="18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enum</a:t>
            </a:r>
            <a:endParaRPr lang="fr-FR" sz="1800" dirty="0">
              <a:solidFill>
                <a:schemeClr val="tx1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3" name="Google Shape;290;p32">
            <a:extLst>
              <a:ext uri="{FF2B5EF4-FFF2-40B4-BE49-F238E27FC236}">
                <a16:creationId xmlns:a16="http://schemas.microsoft.com/office/drawing/2014/main" id="{5714D5CF-76BC-F17B-4CB5-C2E4988DAB88}"/>
              </a:ext>
            </a:extLst>
          </p:cNvPr>
          <p:cNvSpPr txBox="1"/>
          <p:nvPr/>
        </p:nvSpPr>
        <p:spPr>
          <a:xfrm>
            <a:off x="573581" y="2347080"/>
            <a:ext cx="7850395" cy="619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2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    /&gt; </a:t>
            </a:r>
            <a:r>
              <a:rPr lang="en" sz="18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Pick</a:t>
            </a:r>
            <a:endParaRPr lang="fr-FR" sz="1800" dirty="0">
              <a:solidFill>
                <a:schemeClr val="tx1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4" name="Google Shape;290;p32">
            <a:extLst>
              <a:ext uri="{FF2B5EF4-FFF2-40B4-BE49-F238E27FC236}">
                <a16:creationId xmlns:a16="http://schemas.microsoft.com/office/drawing/2014/main" id="{F322400E-7A8C-B296-3564-50AFFC72B666}"/>
              </a:ext>
            </a:extLst>
          </p:cNvPr>
          <p:cNvSpPr txBox="1"/>
          <p:nvPr/>
        </p:nvSpPr>
        <p:spPr>
          <a:xfrm>
            <a:off x="3537217" y="2104459"/>
            <a:ext cx="7850395" cy="619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2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     /&gt; </a:t>
            </a:r>
            <a:r>
              <a:rPr lang="en" sz="18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Partial</a:t>
            </a:r>
            <a:endParaRPr lang="fr-FR" sz="1800" dirty="0">
              <a:solidFill>
                <a:schemeClr val="tx1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5" name="Google Shape;290;p32">
            <a:extLst>
              <a:ext uri="{FF2B5EF4-FFF2-40B4-BE49-F238E27FC236}">
                <a16:creationId xmlns:a16="http://schemas.microsoft.com/office/drawing/2014/main" id="{C8AFD41C-FA69-F052-7E4B-B9DD042E97CF}"/>
              </a:ext>
            </a:extLst>
          </p:cNvPr>
          <p:cNvSpPr txBox="1"/>
          <p:nvPr/>
        </p:nvSpPr>
        <p:spPr>
          <a:xfrm>
            <a:off x="3692344" y="1196070"/>
            <a:ext cx="7850395" cy="619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2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    /&gt; </a:t>
            </a:r>
            <a:r>
              <a:rPr lang="en" sz="18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Omit</a:t>
            </a:r>
            <a:endParaRPr lang="fr-FR" sz="1800" dirty="0">
              <a:solidFill>
                <a:schemeClr val="tx1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6" name="Google Shape;290;p32">
            <a:extLst>
              <a:ext uri="{FF2B5EF4-FFF2-40B4-BE49-F238E27FC236}">
                <a16:creationId xmlns:a16="http://schemas.microsoft.com/office/drawing/2014/main" id="{A5AFA90C-DACA-2817-66EA-42A5CCA3499F}"/>
              </a:ext>
            </a:extLst>
          </p:cNvPr>
          <p:cNvSpPr txBox="1"/>
          <p:nvPr/>
        </p:nvSpPr>
        <p:spPr>
          <a:xfrm>
            <a:off x="3537222" y="1626483"/>
            <a:ext cx="7850395" cy="619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2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     /&gt; </a:t>
            </a:r>
            <a:r>
              <a:rPr lang="en" sz="18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Record</a:t>
            </a:r>
            <a:endParaRPr lang="fr-FR" sz="1800" dirty="0">
              <a:solidFill>
                <a:schemeClr val="tx1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7" name="Google Shape;290;p32">
            <a:extLst>
              <a:ext uri="{FF2B5EF4-FFF2-40B4-BE49-F238E27FC236}">
                <a16:creationId xmlns:a16="http://schemas.microsoft.com/office/drawing/2014/main" id="{0E93D072-8A5A-B637-F6E5-BA08A1DC125F}"/>
              </a:ext>
            </a:extLst>
          </p:cNvPr>
          <p:cNvSpPr txBox="1"/>
          <p:nvPr/>
        </p:nvSpPr>
        <p:spPr>
          <a:xfrm>
            <a:off x="3627028" y="2598737"/>
            <a:ext cx="7850395" cy="6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2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    /&gt; </a:t>
            </a:r>
            <a:r>
              <a:rPr lang="fr-FR" sz="1800" dirty="0" err="1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Litteral</a:t>
            </a:r>
            <a:r>
              <a:rPr lang="fr-FR" sz="18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endParaRPr sz="1800" dirty="0">
              <a:solidFill>
                <a:schemeClr val="tx1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80507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>
          <a:extLst>
            <a:ext uri="{FF2B5EF4-FFF2-40B4-BE49-F238E27FC236}">
              <a16:creationId xmlns:a16="http://schemas.microsoft.com/office/drawing/2014/main" id="{4BF9D795-F71D-1C63-7CE7-F56DCF44D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5" name="Google Shape;265;p31">
            <a:extLst>
              <a:ext uri="{FF2B5EF4-FFF2-40B4-BE49-F238E27FC236}">
                <a16:creationId xmlns:a16="http://schemas.microsoft.com/office/drawing/2014/main" id="{B176E175-7688-1DDE-2E53-5CE89F7F4302}"/>
              </a:ext>
            </a:extLst>
          </p:cNvPr>
          <p:cNvGrpSpPr/>
          <p:nvPr/>
        </p:nvGrpSpPr>
        <p:grpSpPr>
          <a:xfrm>
            <a:off x="772525" y="726625"/>
            <a:ext cx="6578100" cy="3438300"/>
            <a:chOff x="772525" y="726625"/>
            <a:chExt cx="6578100" cy="3438300"/>
          </a:xfrm>
        </p:grpSpPr>
        <p:sp>
          <p:nvSpPr>
            <p:cNvPr id="266" name="Google Shape;266;p31">
              <a:extLst>
                <a:ext uri="{FF2B5EF4-FFF2-40B4-BE49-F238E27FC236}">
                  <a16:creationId xmlns:a16="http://schemas.microsoft.com/office/drawing/2014/main" id="{5BAC14C9-D911-1EE5-C1FE-4E565CACA0A2}"/>
                </a:ext>
              </a:extLst>
            </p:cNvPr>
            <p:cNvSpPr/>
            <p:nvPr/>
          </p:nvSpPr>
          <p:spPr>
            <a:xfrm>
              <a:off x="772525" y="726625"/>
              <a:ext cx="6578100" cy="3438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31">
              <a:extLst>
                <a:ext uri="{FF2B5EF4-FFF2-40B4-BE49-F238E27FC236}">
                  <a16:creationId xmlns:a16="http://schemas.microsoft.com/office/drawing/2014/main" id="{B1DBC1E6-19C9-7E51-C173-0BCEDB8ACDD8}"/>
                </a:ext>
              </a:extLst>
            </p:cNvPr>
            <p:cNvSpPr/>
            <p:nvPr/>
          </p:nvSpPr>
          <p:spPr>
            <a:xfrm>
              <a:off x="772525" y="726625"/>
              <a:ext cx="6578100" cy="255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8" name="Google Shape;268;p31">
            <a:extLst>
              <a:ext uri="{FF2B5EF4-FFF2-40B4-BE49-F238E27FC236}">
                <a16:creationId xmlns:a16="http://schemas.microsoft.com/office/drawing/2014/main" id="{2327E796-C2E5-734E-2658-F81BB10191C7}"/>
              </a:ext>
            </a:extLst>
          </p:cNvPr>
          <p:cNvGrpSpPr/>
          <p:nvPr/>
        </p:nvGrpSpPr>
        <p:grpSpPr>
          <a:xfrm>
            <a:off x="3993600" y="3441475"/>
            <a:ext cx="2119748" cy="1127400"/>
            <a:chOff x="4924170" y="3441525"/>
            <a:chExt cx="3447305" cy="1127400"/>
          </a:xfrm>
        </p:grpSpPr>
        <p:sp>
          <p:nvSpPr>
            <p:cNvPr id="269" name="Google Shape;269;p31">
              <a:extLst>
                <a:ext uri="{FF2B5EF4-FFF2-40B4-BE49-F238E27FC236}">
                  <a16:creationId xmlns:a16="http://schemas.microsoft.com/office/drawing/2014/main" id="{302238A5-F4ED-EA48-0167-E9F9214E0AAD}"/>
                </a:ext>
              </a:extLst>
            </p:cNvPr>
            <p:cNvSpPr/>
            <p:nvPr/>
          </p:nvSpPr>
          <p:spPr>
            <a:xfrm>
              <a:off x="4924170" y="3441525"/>
              <a:ext cx="3447300" cy="11274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31">
              <a:extLst>
                <a:ext uri="{FF2B5EF4-FFF2-40B4-BE49-F238E27FC236}">
                  <a16:creationId xmlns:a16="http://schemas.microsoft.com/office/drawing/2014/main" id="{858F1410-CCFE-6221-5561-4E8DAF8AEAB2}"/>
                </a:ext>
              </a:extLst>
            </p:cNvPr>
            <p:cNvSpPr/>
            <p:nvPr/>
          </p:nvSpPr>
          <p:spPr>
            <a:xfrm>
              <a:off x="4924175" y="3441525"/>
              <a:ext cx="3447300" cy="255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1" name="Google Shape;271;p31">
            <a:extLst>
              <a:ext uri="{FF2B5EF4-FFF2-40B4-BE49-F238E27FC236}">
                <a16:creationId xmlns:a16="http://schemas.microsoft.com/office/drawing/2014/main" id="{1A75C308-3E0A-4655-26A4-85E8B7D0F02B}"/>
              </a:ext>
            </a:extLst>
          </p:cNvPr>
          <p:cNvGrpSpPr/>
          <p:nvPr/>
        </p:nvGrpSpPr>
        <p:grpSpPr>
          <a:xfrm>
            <a:off x="5422275" y="1302375"/>
            <a:ext cx="2560700" cy="1952840"/>
            <a:chOff x="-227375" y="1029588"/>
            <a:chExt cx="4718446" cy="4667400"/>
          </a:xfrm>
        </p:grpSpPr>
        <p:sp>
          <p:nvSpPr>
            <p:cNvPr id="272" name="Google Shape;272;p31">
              <a:extLst>
                <a:ext uri="{FF2B5EF4-FFF2-40B4-BE49-F238E27FC236}">
                  <a16:creationId xmlns:a16="http://schemas.microsoft.com/office/drawing/2014/main" id="{D53A0408-851D-05A1-9E9D-3335FF90C2BC}"/>
                </a:ext>
              </a:extLst>
            </p:cNvPr>
            <p:cNvSpPr/>
            <p:nvPr/>
          </p:nvSpPr>
          <p:spPr>
            <a:xfrm>
              <a:off x="-227375" y="1029588"/>
              <a:ext cx="4718400" cy="46674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31">
              <a:extLst>
                <a:ext uri="{FF2B5EF4-FFF2-40B4-BE49-F238E27FC236}">
                  <a16:creationId xmlns:a16="http://schemas.microsoft.com/office/drawing/2014/main" id="{403A10F1-F10B-A67B-DE23-5780CA52DB44}"/>
                </a:ext>
              </a:extLst>
            </p:cNvPr>
            <p:cNvSpPr/>
            <p:nvPr/>
          </p:nvSpPr>
          <p:spPr>
            <a:xfrm>
              <a:off x="-227329" y="1029588"/>
              <a:ext cx="4718400" cy="610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4" name="Google Shape;274;p31">
            <a:extLst>
              <a:ext uri="{FF2B5EF4-FFF2-40B4-BE49-F238E27FC236}">
                <a16:creationId xmlns:a16="http://schemas.microsoft.com/office/drawing/2014/main" id="{0951D7A8-FFB5-35D2-FD83-73EA5AC4F0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45150" y="1866000"/>
            <a:ext cx="3943500" cy="82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400" dirty="0"/>
              <a:t>Fonctions</a:t>
            </a:r>
            <a:endParaRPr sz="4400" dirty="0"/>
          </a:p>
        </p:txBody>
      </p:sp>
      <p:sp>
        <p:nvSpPr>
          <p:cNvPr id="275" name="Google Shape;275;p31">
            <a:extLst>
              <a:ext uri="{FF2B5EF4-FFF2-40B4-BE49-F238E27FC236}">
                <a16:creationId xmlns:a16="http://schemas.microsoft.com/office/drawing/2014/main" id="{B1A338EA-6A3E-E471-4BD5-BBEAAF6E61D2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5590076" y="1551675"/>
            <a:ext cx="2225100" cy="151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276" name="Google Shape;276;p31">
            <a:extLst>
              <a:ext uri="{FF2B5EF4-FFF2-40B4-BE49-F238E27FC236}">
                <a16:creationId xmlns:a16="http://schemas.microsoft.com/office/drawing/2014/main" id="{D99C544C-AA3E-61F9-1057-61396347E37D}"/>
              </a:ext>
            </a:extLst>
          </p:cNvPr>
          <p:cNvSpPr txBox="1"/>
          <p:nvPr/>
        </p:nvSpPr>
        <p:spPr>
          <a:xfrm>
            <a:off x="841925" y="1094475"/>
            <a:ext cx="1077300" cy="5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2"/>
                </a:solidFill>
                <a:latin typeface="Quantico"/>
                <a:ea typeface="Quantico"/>
                <a:cs typeface="Quantico"/>
                <a:sym typeface="Quantico"/>
              </a:rPr>
              <a:t>&lt;/&gt;</a:t>
            </a:r>
            <a:endParaRPr sz="3600">
              <a:solidFill>
                <a:schemeClr val="lt2"/>
              </a:solidFill>
            </a:endParaRPr>
          </a:p>
        </p:txBody>
      </p:sp>
      <p:sp>
        <p:nvSpPr>
          <p:cNvPr id="277" name="Google Shape;277;p31">
            <a:extLst>
              <a:ext uri="{FF2B5EF4-FFF2-40B4-BE49-F238E27FC236}">
                <a16:creationId xmlns:a16="http://schemas.microsoft.com/office/drawing/2014/main" id="{96B617F4-3E3D-6D4D-3B46-8EC1D9FD6A35}"/>
              </a:ext>
            </a:extLst>
          </p:cNvPr>
          <p:cNvSpPr txBox="1"/>
          <p:nvPr/>
        </p:nvSpPr>
        <p:spPr>
          <a:xfrm>
            <a:off x="536125" y="117311"/>
            <a:ext cx="19995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Pitch Deck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78" name="Google Shape;278;p31">
            <a:extLst>
              <a:ext uri="{FF2B5EF4-FFF2-40B4-BE49-F238E27FC236}">
                <a16:creationId xmlns:a16="http://schemas.microsoft.com/office/drawing/2014/main" id="{BE39A05A-D97A-3BA0-4611-AE904FDAF3F2}"/>
              </a:ext>
            </a:extLst>
          </p:cNvPr>
          <p:cNvSpPr txBox="1"/>
          <p:nvPr/>
        </p:nvSpPr>
        <p:spPr>
          <a:xfrm>
            <a:off x="3730325" y="117311"/>
            <a:ext cx="19995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20xx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79" name="Google Shape;279;p31">
            <a:extLst>
              <a:ext uri="{FF2B5EF4-FFF2-40B4-BE49-F238E27FC236}">
                <a16:creationId xmlns:a16="http://schemas.microsoft.com/office/drawing/2014/main" id="{9BE00005-D1CC-1D65-339C-5388C7B17CBB}"/>
              </a:ext>
            </a:extLst>
          </p:cNvPr>
          <p:cNvSpPr txBox="1"/>
          <p:nvPr/>
        </p:nvSpPr>
        <p:spPr>
          <a:xfrm>
            <a:off x="4445082" y="3760875"/>
            <a:ext cx="1216800" cy="7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2"/>
                </a:solidFill>
              </a:rPr>
              <a:t>}</a:t>
            </a:r>
            <a:r>
              <a:rPr lang="en" sz="3600">
                <a:solidFill>
                  <a:schemeClr val="dk1"/>
                </a:solidFill>
              </a:rPr>
              <a:t> /&gt; </a:t>
            </a:r>
            <a:r>
              <a:rPr lang="en" sz="3600">
                <a:solidFill>
                  <a:schemeClr val="accent1"/>
                </a:solidFill>
              </a:rPr>
              <a:t>[</a:t>
            </a:r>
            <a:endParaRPr sz="360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73060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>
          <a:extLst>
            <a:ext uri="{FF2B5EF4-FFF2-40B4-BE49-F238E27FC236}">
              <a16:creationId xmlns:a16="http://schemas.microsoft.com/office/drawing/2014/main" id="{AEF1AE7C-5768-17CC-CDFF-29853CE05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2">
            <a:extLst>
              <a:ext uri="{FF2B5EF4-FFF2-40B4-BE49-F238E27FC236}">
                <a16:creationId xmlns:a16="http://schemas.microsoft.com/office/drawing/2014/main" id="{405F101B-EAA7-BC04-1FDA-F00D713A8E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9988" y="45912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2"/>
                </a:solidFill>
              </a:rPr>
              <a:t>&lt;/ Typage  et definition de fonction</a:t>
            </a:r>
            <a:endParaRPr dirty="0"/>
          </a:p>
        </p:txBody>
      </p:sp>
      <p:sp>
        <p:nvSpPr>
          <p:cNvPr id="290" name="Google Shape;290;p32">
            <a:extLst>
              <a:ext uri="{FF2B5EF4-FFF2-40B4-BE49-F238E27FC236}">
                <a16:creationId xmlns:a16="http://schemas.microsoft.com/office/drawing/2014/main" id="{92D4A92D-EC25-401D-DF1A-019FD9255E97}"/>
              </a:ext>
            </a:extLst>
          </p:cNvPr>
          <p:cNvSpPr txBox="1"/>
          <p:nvPr/>
        </p:nvSpPr>
        <p:spPr>
          <a:xfrm>
            <a:off x="573592" y="1442314"/>
            <a:ext cx="7850395" cy="6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2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    /&gt; </a:t>
            </a:r>
            <a:r>
              <a:rPr lang="fr-FR" sz="18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Fonction classique </a:t>
            </a:r>
            <a:endParaRPr sz="1800" dirty="0">
              <a:solidFill>
                <a:schemeClr val="tx1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9" name="Google Shape;290;p32">
            <a:extLst>
              <a:ext uri="{FF2B5EF4-FFF2-40B4-BE49-F238E27FC236}">
                <a16:creationId xmlns:a16="http://schemas.microsoft.com/office/drawing/2014/main" id="{A0CEF284-83AA-EDCB-E87C-678B087AA26C}"/>
              </a:ext>
            </a:extLst>
          </p:cNvPr>
          <p:cNvSpPr txBox="1"/>
          <p:nvPr/>
        </p:nvSpPr>
        <p:spPr>
          <a:xfrm>
            <a:off x="573592" y="2180587"/>
            <a:ext cx="7850395" cy="619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2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    /&gt; </a:t>
            </a:r>
            <a:r>
              <a:rPr lang="en" sz="18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Fonction fléchée ou arrow</a:t>
            </a:r>
            <a:endParaRPr lang="fr-FR" sz="1800" dirty="0">
              <a:solidFill>
                <a:schemeClr val="tx1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51979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>
          <a:extLst>
            <a:ext uri="{FF2B5EF4-FFF2-40B4-BE49-F238E27FC236}">
              <a16:creationId xmlns:a16="http://schemas.microsoft.com/office/drawing/2014/main" id="{276E021D-C9DA-D51E-117C-527AD8195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5" name="Google Shape;265;p31">
            <a:extLst>
              <a:ext uri="{FF2B5EF4-FFF2-40B4-BE49-F238E27FC236}">
                <a16:creationId xmlns:a16="http://schemas.microsoft.com/office/drawing/2014/main" id="{302612BA-A3D2-558B-006C-DB80D88157E7}"/>
              </a:ext>
            </a:extLst>
          </p:cNvPr>
          <p:cNvGrpSpPr/>
          <p:nvPr/>
        </p:nvGrpSpPr>
        <p:grpSpPr>
          <a:xfrm>
            <a:off x="772525" y="726625"/>
            <a:ext cx="6578100" cy="3438300"/>
            <a:chOff x="772525" y="726625"/>
            <a:chExt cx="6578100" cy="3438300"/>
          </a:xfrm>
        </p:grpSpPr>
        <p:sp>
          <p:nvSpPr>
            <p:cNvPr id="266" name="Google Shape;266;p31">
              <a:extLst>
                <a:ext uri="{FF2B5EF4-FFF2-40B4-BE49-F238E27FC236}">
                  <a16:creationId xmlns:a16="http://schemas.microsoft.com/office/drawing/2014/main" id="{67D0CBB3-C67B-D7AA-855D-A1EEA70FACC2}"/>
                </a:ext>
              </a:extLst>
            </p:cNvPr>
            <p:cNvSpPr/>
            <p:nvPr/>
          </p:nvSpPr>
          <p:spPr>
            <a:xfrm>
              <a:off x="772525" y="726625"/>
              <a:ext cx="6578100" cy="3438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31">
              <a:extLst>
                <a:ext uri="{FF2B5EF4-FFF2-40B4-BE49-F238E27FC236}">
                  <a16:creationId xmlns:a16="http://schemas.microsoft.com/office/drawing/2014/main" id="{1B2B7C7E-8615-8D58-A817-949548F5DB17}"/>
                </a:ext>
              </a:extLst>
            </p:cNvPr>
            <p:cNvSpPr/>
            <p:nvPr/>
          </p:nvSpPr>
          <p:spPr>
            <a:xfrm>
              <a:off x="772525" y="726625"/>
              <a:ext cx="6578100" cy="255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8" name="Google Shape;268;p31">
            <a:extLst>
              <a:ext uri="{FF2B5EF4-FFF2-40B4-BE49-F238E27FC236}">
                <a16:creationId xmlns:a16="http://schemas.microsoft.com/office/drawing/2014/main" id="{CB081025-AA97-1200-ADF6-8BF54DB39E79}"/>
              </a:ext>
            </a:extLst>
          </p:cNvPr>
          <p:cNvGrpSpPr/>
          <p:nvPr/>
        </p:nvGrpSpPr>
        <p:grpSpPr>
          <a:xfrm>
            <a:off x="3993600" y="3441475"/>
            <a:ext cx="2119748" cy="1127400"/>
            <a:chOff x="4924170" y="3441525"/>
            <a:chExt cx="3447305" cy="1127400"/>
          </a:xfrm>
        </p:grpSpPr>
        <p:sp>
          <p:nvSpPr>
            <p:cNvPr id="269" name="Google Shape;269;p31">
              <a:extLst>
                <a:ext uri="{FF2B5EF4-FFF2-40B4-BE49-F238E27FC236}">
                  <a16:creationId xmlns:a16="http://schemas.microsoft.com/office/drawing/2014/main" id="{32FE09A3-7C91-7311-470C-C86837695478}"/>
                </a:ext>
              </a:extLst>
            </p:cNvPr>
            <p:cNvSpPr/>
            <p:nvPr/>
          </p:nvSpPr>
          <p:spPr>
            <a:xfrm>
              <a:off x="4924170" y="3441525"/>
              <a:ext cx="3447300" cy="11274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31">
              <a:extLst>
                <a:ext uri="{FF2B5EF4-FFF2-40B4-BE49-F238E27FC236}">
                  <a16:creationId xmlns:a16="http://schemas.microsoft.com/office/drawing/2014/main" id="{33ED5369-634C-52C0-B5BC-C15B4BD91E6A}"/>
                </a:ext>
              </a:extLst>
            </p:cNvPr>
            <p:cNvSpPr/>
            <p:nvPr/>
          </p:nvSpPr>
          <p:spPr>
            <a:xfrm>
              <a:off x="4924175" y="3441525"/>
              <a:ext cx="3447300" cy="255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1" name="Google Shape;271;p31">
            <a:extLst>
              <a:ext uri="{FF2B5EF4-FFF2-40B4-BE49-F238E27FC236}">
                <a16:creationId xmlns:a16="http://schemas.microsoft.com/office/drawing/2014/main" id="{4B6BB5FF-0A1C-01A2-C99F-E5D002DBB4E4}"/>
              </a:ext>
            </a:extLst>
          </p:cNvPr>
          <p:cNvGrpSpPr/>
          <p:nvPr/>
        </p:nvGrpSpPr>
        <p:grpSpPr>
          <a:xfrm>
            <a:off x="5422275" y="1302375"/>
            <a:ext cx="2560700" cy="1952840"/>
            <a:chOff x="-227375" y="1029588"/>
            <a:chExt cx="4718446" cy="4667400"/>
          </a:xfrm>
        </p:grpSpPr>
        <p:sp>
          <p:nvSpPr>
            <p:cNvPr id="272" name="Google Shape;272;p31">
              <a:extLst>
                <a:ext uri="{FF2B5EF4-FFF2-40B4-BE49-F238E27FC236}">
                  <a16:creationId xmlns:a16="http://schemas.microsoft.com/office/drawing/2014/main" id="{DAFEF609-D352-B7F8-1BDF-77AC89AD965A}"/>
                </a:ext>
              </a:extLst>
            </p:cNvPr>
            <p:cNvSpPr/>
            <p:nvPr/>
          </p:nvSpPr>
          <p:spPr>
            <a:xfrm>
              <a:off x="-227375" y="1029588"/>
              <a:ext cx="4718400" cy="46674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31">
              <a:extLst>
                <a:ext uri="{FF2B5EF4-FFF2-40B4-BE49-F238E27FC236}">
                  <a16:creationId xmlns:a16="http://schemas.microsoft.com/office/drawing/2014/main" id="{18F84BB7-1E4E-0C66-544F-92F3A117F425}"/>
                </a:ext>
              </a:extLst>
            </p:cNvPr>
            <p:cNvSpPr/>
            <p:nvPr/>
          </p:nvSpPr>
          <p:spPr>
            <a:xfrm>
              <a:off x="-227329" y="1029588"/>
              <a:ext cx="4718400" cy="610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4" name="Google Shape;274;p31">
            <a:extLst>
              <a:ext uri="{FF2B5EF4-FFF2-40B4-BE49-F238E27FC236}">
                <a16:creationId xmlns:a16="http://schemas.microsoft.com/office/drawing/2014/main" id="{502B3AD9-CE69-37D2-56A8-684B83DB00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45150" y="1866000"/>
            <a:ext cx="3943500" cy="82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400" dirty="0"/>
              <a:t>Objets, Interfaces,</a:t>
            </a:r>
            <a:br>
              <a:rPr lang="fr-FR" sz="4400" dirty="0"/>
            </a:br>
            <a:r>
              <a:rPr lang="fr-FR" sz="4400" dirty="0"/>
              <a:t>Classes</a:t>
            </a:r>
            <a:endParaRPr sz="4400" dirty="0"/>
          </a:p>
        </p:txBody>
      </p:sp>
      <p:sp>
        <p:nvSpPr>
          <p:cNvPr id="275" name="Google Shape;275;p31">
            <a:extLst>
              <a:ext uri="{FF2B5EF4-FFF2-40B4-BE49-F238E27FC236}">
                <a16:creationId xmlns:a16="http://schemas.microsoft.com/office/drawing/2014/main" id="{3F84C11C-F488-D05E-706E-89D93B57048A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5590076" y="1551675"/>
            <a:ext cx="2225100" cy="151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276" name="Google Shape;276;p31">
            <a:extLst>
              <a:ext uri="{FF2B5EF4-FFF2-40B4-BE49-F238E27FC236}">
                <a16:creationId xmlns:a16="http://schemas.microsoft.com/office/drawing/2014/main" id="{F29CD87D-761C-0C7B-0A23-22FDBCCCBC75}"/>
              </a:ext>
            </a:extLst>
          </p:cNvPr>
          <p:cNvSpPr txBox="1"/>
          <p:nvPr/>
        </p:nvSpPr>
        <p:spPr>
          <a:xfrm>
            <a:off x="841925" y="1094475"/>
            <a:ext cx="1077300" cy="5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2"/>
                </a:solidFill>
                <a:latin typeface="Quantico"/>
                <a:ea typeface="Quantico"/>
                <a:cs typeface="Quantico"/>
                <a:sym typeface="Quantico"/>
              </a:rPr>
              <a:t>&lt;/&gt;</a:t>
            </a:r>
            <a:endParaRPr sz="3600">
              <a:solidFill>
                <a:schemeClr val="lt2"/>
              </a:solidFill>
            </a:endParaRPr>
          </a:p>
        </p:txBody>
      </p:sp>
      <p:sp>
        <p:nvSpPr>
          <p:cNvPr id="277" name="Google Shape;277;p31">
            <a:extLst>
              <a:ext uri="{FF2B5EF4-FFF2-40B4-BE49-F238E27FC236}">
                <a16:creationId xmlns:a16="http://schemas.microsoft.com/office/drawing/2014/main" id="{9BCB26AE-FA60-6945-6DA5-A0200E129CA4}"/>
              </a:ext>
            </a:extLst>
          </p:cNvPr>
          <p:cNvSpPr txBox="1"/>
          <p:nvPr/>
        </p:nvSpPr>
        <p:spPr>
          <a:xfrm>
            <a:off x="536125" y="117311"/>
            <a:ext cx="19995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Pitch Deck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78" name="Google Shape;278;p31">
            <a:extLst>
              <a:ext uri="{FF2B5EF4-FFF2-40B4-BE49-F238E27FC236}">
                <a16:creationId xmlns:a16="http://schemas.microsoft.com/office/drawing/2014/main" id="{9C4DA07D-9FE2-5A8F-A3BA-47D65DD148FF}"/>
              </a:ext>
            </a:extLst>
          </p:cNvPr>
          <p:cNvSpPr txBox="1"/>
          <p:nvPr/>
        </p:nvSpPr>
        <p:spPr>
          <a:xfrm>
            <a:off x="3730325" y="117311"/>
            <a:ext cx="19995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20xx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79" name="Google Shape;279;p31">
            <a:extLst>
              <a:ext uri="{FF2B5EF4-FFF2-40B4-BE49-F238E27FC236}">
                <a16:creationId xmlns:a16="http://schemas.microsoft.com/office/drawing/2014/main" id="{6204D0D1-9982-CBD2-56AF-C7A3797AE02E}"/>
              </a:ext>
            </a:extLst>
          </p:cNvPr>
          <p:cNvSpPr txBox="1"/>
          <p:nvPr/>
        </p:nvSpPr>
        <p:spPr>
          <a:xfrm>
            <a:off x="4445082" y="3760875"/>
            <a:ext cx="1216800" cy="7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2"/>
                </a:solidFill>
              </a:rPr>
              <a:t>}</a:t>
            </a:r>
            <a:r>
              <a:rPr lang="en" sz="3600">
                <a:solidFill>
                  <a:schemeClr val="dk1"/>
                </a:solidFill>
              </a:rPr>
              <a:t> /&gt; </a:t>
            </a:r>
            <a:r>
              <a:rPr lang="en" sz="3600">
                <a:solidFill>
                  <a:schemeClr val="accent1"/>
                </a:solidFill>
              </a:rPr>
              <a:t>[</a:t>
            </a:r>
            <a:endParaRPr sz="360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2609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>
          <a:extLst>
            <a:ext uri="{FF2B5EF4-FFF2-40B4-BE49-F238E27FC236}">
              <a16:creationId xmlns:a16="http://schemas.microsoft.com/office/drawing/2014/main" id="{EB73036E-83F6-DD7E-FDEA-F51B6B66D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5" name="Google Shape;265;p31">
            <a:extLst>
              <a:ext uri="{FF2B5EF4-FFF2-40B4-BE49-F238E27FC236}">
                <a16:creationId xmlns:a16="http://schemas.microsoft.com/office/drawing/2014/main" id="{F1CF77F6-DB23-C0DE-2FB0-5F3D8A27A26F}"/>
              </a:ext>
            </a:extLst>
          </p:cNvPr>
          <p:cNvGrpSpPr/>
          <p:nvPr/>
        </p:nvGrpSpPr>
        <p:grpSpPr>
          <a:xfrm>
            <a:off x="772525" y="726625"/>
            <a:ext cx="6578100" cy="3438300"/>
            <a:chOff x="772525" y="726625"/>
            <a:chExt cx="6578100" cy="3438300"/>
          </a:xfrm>
        </p:grpSpPr>
        <p:sp>
          <p:nvSpPr>
            <p:cNvPr id="266" name="Google Shape;266;p31">
              <a:extLst>
                <a:ext uri="{FF2B5EF4-FFF2-40B4-BE49-F238E27FC236}">
                  <a16:creationId xmlns:a16="http://schemas.microsoft.com/office/drawing/2014/main" id="{3B57B7B3-CBC4-5E82-05E1-E9B062A17E9D}"/>
                </a:ext>
              </a:extLst>
            </p:cNvPr>
            <p:cNvSpPr/>
            <p:nvPr/>
          </p:nvSpPr>
          <p:spPr>
            <a:xfrm>
              <a:off x="772525" y="726625"/>
              <a:ext cx="6578100" cy="3438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31">
              <a:extLst>
                <a:ext uri="{FF2B5EF4-FFF2-40B4-BE49-F238E27FC236}">
                  <a16:creationId xmlns:a16="http://schemas.microsoft.com/office/drawing/2014/main" id="{4129868E-4917-A0BA-E789-0212AD0BAD1D}"/>
                </a:ext>
              </a:extLst>
            </p:cNvPr>
            <p:cNvSpPr/>
            <p:nvPr/>
          </p:nvSpPr>
          <p:spPr>
            <a:xfrm>
              <a:off x="772525" y="726625"/>
              <a:ext cx="6578100" cy="255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8" name="Google Shape;268;p31">
            <a:extLst>
              <a:ext uri="{FF2B5EF4-FFF2-40B4-BE49-F238E27FC236}">
                <a16:creationId xmlns:a16="http://schemas.microsoft.com/office/drawing/2014/main" id="{7B6B248A-B505-B626-52D3-EDAC95D35740}"/>
              </a:ext>
            </a:extLst>
          </p:cNvPr>
          <p:cNvGrpSpPr/>
          <p:nvPr/>
        </p:nvGrpSpPr>
        <p:grpSpPr>
          <a:xfrm>
            <a:off x="3993600" y="3441475"/>
            <a:ext cx="2119748" cy="1127400"/>
            <a:chOff x="4924170" y="3441525"/>
            <a:chExt cx="3447305" cy="1127400"/>
          </a:xfrm>
        </p:grpSpPr>
        <p:sp>
          <p:nvSpPr>
            <p:cNvPr id="269" name="Google Shape;269;p31">
              <a:extLst>
                <a:ext uri="{FF2B5EF4-FFF2-40B4-BE49-F238E27FC236}">
                  <a16:creationId xmlns:a16="http://schemas.microsoft.com/office/drawing/2014/main" id="{224B436C-DE3E-B999-011B-49FEFDBB207F}"/>
                </a:ext>
              </a:extLst>
            </p:cNvPr>
            <p:cNvSpPr/>
            <p:nvPr/>
          </p:nvSpPr>
          <p:spPr>
            <a:xfrm>
              <a:off x="4924170" y="3441525"/>
              <a:ext cx="3447300" cy="11274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31">
              <a:extLst>
                <a:ext uri="{FF2B5EF4-FFF2-40B4-BE49-F238E27FC236}">
                  <a16:creationId xmlns:a16="http://schemas.microsoft.com/office/drawing/2014/main" id="{66D9BC5D-CF0F-3E9A-68D1-55BCA5877BE3}"/>
                </a:ext>
              </a:extLst>
            </p:cNvPr>
            <p:cNvSpPr/>
            <p:nvPr/>
          </p:nvSpPr>
          <p:spPr>
            <a:xfrm>
              <a:off x="4924175" y="3441525"/>
              <a:ext cx="3447300" cy="255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1" name="Google Shape;271;p31">
            <a:extLst>
              <a:ext uri="{FF2B5EF4-FFF2-40B4-BE49-F238E27FC236}">
                <a16:creationId xmlns:a16="http://schemas.microsoft.com/office/drawing/2014/main" id="{A5536DC8-86B9-DD3E-93C8-9EB18B118132}"/>
              </a:ext>
            </a:extLst>
          </p:cNvPr>
          <p:cNvGrpSpPr/>
          <p:nvPr/>
        </p:nvGrpSpPr>
        <p:grpSpPr>
          <a:xfrm>
            <a:off x="5422275" y="1302375"/>
            <a:ext cx="2560700" cy="1952840"/>
            <a:chOff x="-227375" y="1029588"/>
            <a:chExt cx="4718446" cy="4667400"/>
          </a:xfrm>
        </p:grpSpPr>
        <p:sp>
          <p:nvSpPr>
            <p:cNvPr id="272" name="Google Shape;272;p31">
              <a:extLst>
                <a:ext uri="{FF2B5EF4-FFF2-40B4-BE49-F238E27FC236}">
                  <a16:creationId xmlns:a16="http://schemas.microsoft.com/office/drawing/2014/main" id="{F09B5FDA-5FDB-28F5-E631-FB72548C21FD}"/>
                </a:ext>
              </a:extLst>
            </p:cNvPr>
            <p:cNvSpPr/>
            <p:nvPr/>
          </p:nvSpPr>
          <p:spPr>
            <a:xfrm>
              <a:off x="-227375" y="1029588"/>
              <a:ext cx="4718400" cy="46674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31">
              <a:extLst>
                <a:ext uri="{FF2B5EF4-FFF2-40B4-BE49-F238E27FC236}">
                  <a16:creationId xmlns:a16="http://schemas.microsoft.com/office/drawing/2014/main" id="{5D458B2B-18AA-E0E3-DA24-B855CA966599}"/>
                </a:ext>
              </a:extLst>
            </p:cNvPr>
            <p:cNvSpPr/>
            <p:nvPr/>
          </p:nvSpPr>
          <p:spPr>
            <a:xfrm>
              <a:off x="-227329" y="1029588"/>
              <a:ext cx="4718400" cy="610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4" name="Google Shape;274;p31">
            <a:extLst>
              <a:ext uri="{FF2B5EF4-FFF2-40B4-BE49-F238E27FC236}">
                <a16:creationId xmlns:a16="http://schemas.microsoft.com/office/drawing/2014/main" id="{327C373B-4EB0-B7A1-B371-1791D8068C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45150" y="1866000"/>
            <a:ext cx="3943500" cy="82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400" dirty="0"/>
              <a:t>TP</a:t>
            </a:r>
            <a:endParaRPr sz="4400" dirty="0"/>
          </a:p>
        </p:txBody>
      </p:sp>
      <p:sp>
        <p:nvSpPr>
          <p:cNvPr id="275" name="Google Shape;275;p31">
            <a:extLst>
              <a:ext uri="{FF2B5EF4-FFF2-40B4-BE49-F238E27FC236}">
                <a16:creationId xmlns:a16="http://schemas.microsoft.com/office/drawing/2014/main" id="{9CB7122E-39D3-1D46-ECD1-63D46A8C30F8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5590076" y="1551675"/>
            <a:ext cx="2225100" cy="151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sp>
        <p:nvSpPr>
          <p:cNvPr id="276" name="Google Shape;276;p31">
            <a:extLst>
              <a:ext uri="{FF2B5EF4-FFF2-40B4-BE49-F238E27FC236}">
                <a16:creationId xmlns:a16="http://schemas.microsoft.com/office/drawing/2014/main" id="{50ED2739-3D8B-319E-551C-B2C81065FE4F}"/>
              </a:ext>
            </a:extLst>
          </p:cNvPr>
          <p:cNvSpPr txBox="1"/>
          <p:nvPr/>
        </p:nvSpPr>
        <p:spPr>
          <a:xfrm>
            <a:off x="841925" y="1094475"/>
            <a:ext cx="1077300" cy="5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2"/>
                </a:solidFill>
                <a:latin typeface="Quantico"/>
                <a:ea typeface="Quantico"/>
                <a:cs typeface="Quantico"/>
                <a:sym typeface="Quantico"/>
              </a:rPr>
              <a:t>&lt;/&gt;</a:t>
            </a:r>
            <a:endParaRPr sz="3600">
              <a:solidFill>
                <a:schemeClr val="lt2"/>
              </a:solidFill>
            </a:endParaRPr>
          </a:p>
        </p:txBody>
      </p:sp>
      <p:sp>
        <p:nvSpPr>
          <p:cNvPr id="277" name="Google Shape;277;p31">
            <a:extLst>
              <a:ext uri="{FF2B5EF4-FFF2-40B4-BE49-F238E27FC236}">
                <a16:creationId xmlns:a16="http://schemas.microsoft.com/office/drawing/2014/main" id="{56A9A3F7-1B89-1457-20FB-070B96D8C347}"/>
              </a:ext>
            </a:extLst>
          </p:cNvPr>
          <p:cNvSpPr txBox="1"/>
          <p:nvPr/>
        </p:nvSpPr>
        <p:spPr>
          <a:xfrm>
            <a:off x="536125" y="117311"/>
            <a:ext cx="19995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Pitch Deck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78" name="Google Shape;278;p31">
            <a:extLst>
              <a:ext uri="{FF2B5EF4-FFF2-40B4-BE49-F238E27FC236}">
                <a16:creationId xmlns:a16="http://schemas.microsoft.com/office/drawing/2014/main" id="{399E6CAD-26CB-5C41-AF52-A459436B557D}"/>
              </a:ext>
            </a:extLst>
          </p:cNvPr>
          <p:cNvSpPr txBox="1"/>
          <p:nvPr/>
        </p:nvSpPr>
        <p:spPr>
          <a:xfrm>
            <a:off x="3730325" y="117311"/>
            <a:ext cx="19995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20xx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79" name="Google Shape;279;p31">
            <a:extLst>
              <a:ext uri="{FF2B5EF4-FFF2-40B4-BE49-F238E27FC236}">
                <a16:creationId xmlns:a16="http://schemas.microsoft.com/office/drawing/2014/main" id="{C9B46189-FA78-FD8D-D2D4-341DA79A3AEA}"/>
              </a:ext>
            </a:extLst>
          </p:cNvPr>
          <p:cNvSpPr txBox="1"/>
          <p:nvPr/>
        </p:nvSpPr>
        <p:spPr>
          <a:xfrm>
            <a:off x="4445082" y="3760875"/>
            <a:ext cx="1216800" cy="7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2"/>
                </a:solidFill>
              </a:rPr>
              <a:t>}</a:t>
            </a:r>
            <a:r>
              <a:rPr lang="en" sz="3600">
                <a:solidFill>
                  <a:schemeClr val="dk1"/>
                </a:solidFill>
              </a:rPr>
              <a:t> /&gt; </a:t>
            </a:r>
            <a:r>
              <a:rPr lang="en" sz="3600">
                <a:solidFill>
                  <a:schemeClr val="accent1"/>
                </a:solidFill>
              </a:rPr>
              <a:t>[</a:t>
            </a:r>
            <a:endParaRPr sz="360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04495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4"/>
          <p:cNvSpPr txBox="1">
            <a:spLocks noGrp="1"/>
          </p:cNvSpPr>
          <p:nvPr>
            <p:ph type="title" idx="8"/>
          </p:nvPr>
        </p:nvSpPr>
        <p:spPr>
          <a:xfrm>
            <a:off x="719988" y="45912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1"/>
                </a:solidFill>
              </a:rPr>
              <a:t>&lt;/</a:t>
            </a:r>
            <a:r>
              <a:rPr lang="en" dirty="0">
                <a:solidFill>
                  <a:schemeClr val="accent2"/>
                </a:solidFill>
              </a:rPr>
              <a:t> </a:t>
            </a:r>
            <a:r>
              <a:rPr lang="en" dirty="0">
                <a:solidFill>
                  <a:schemeClr val="tx1"/>
                </a:solidFill>
              </a:rPr>
              <a:t>Contexte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09" name="Google Shape;309;p34"/>
          <p:cNvSpPr txBox="1">
            <a:spLocks noGrp="1"/>
          </p:cNvSpPr>
          <p:nvPr>
            <p:ph type="subTitle" idx="1"/>
          </p:nvPr>
        </p:nvSpPr>
        <p:spPr>
          <a:xfrm>
            <a:off x="717350" y="1278287"/>
            <a:ext cx="8091914" cy="240380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/>
              <a:t>Vous travaillez sur un système de gestion de commandes pour un site e-commerce. Lorsqu’un client passe commande, plusieurs règles métiers peuvent s’appliquer en fonction de son profil ou de son historique.</a:t>
            </a:r>
            <a:endParaRPr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>
          <a:extLst>
            <a:ext uri="{FF2B5EF4-FFF2-40B4-BE49-F238E27FC236}">
              <a16:creationId xmlns:a16="http://schemas.microsoft.com/office/drawing/2014/main" id="{82DB3EBF-2958-B8CB-9A3A-501D9C72B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4">
            <a:extLst>
              <a:ext uri="{FF2B5EF4-FFF2-40B4-BE49-F238E27FC236}">
                <a16:creationId xmlns:a16="http://schemas.microsoft.com/office/drawing/2014/main" id="{737EB975-7F19-58D4-F21E-2868306A12AB}"/>
              </a:ext>
            </a:extLst>
          </p:cNvPr>
          <p:cNvSpPr txBox="1">
            <a:spLocks noGrp="1"/>
          </p:cNvSpPr>
          <p:nvPr>
            <p:ph type="title" idx="8"/>
          </p:nvPr>
        </p:nvSpPr>
        <p:spPr>
          <a:xfrm>
            <a:off x="719988" y="45912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1"/>
                </a:solidFill>
              </a:rPr>
              <a:t>&lt;/</a:t>
            </a:r>
            <a:r>
              <a:rPr lang="en" dirty="0">
                <a:solidFill>
                  <a:schemeClr val="accent2"/>
                </a:solidFill>
              </a:rPr>
              <a:t> </a:t>
            </a:r>
            <a:r>
              <a:rPr lang="en" dirty="0">
                <a:solidFill>
                  <a:schemeClr val="tx1"/>
                </a:solidFill>
              </a:rPr>
              <a:t>Règles metiers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09" name="Google Shape;309;p34">
            <a:extLst>
              <a:ext uri="{FF2B5EF4-FFF2-40B4-BE49-F238E27FC236}">
                <a16:creationId xmlns:a16="http://schemas.microsoft.com/office/drawing/2014/main" id="{EF7E4403-860D-23B0-1BDC-24ECDE3C3D7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7350" y="1278287"/>
            <a:ext cx="8091914" cy="240380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fr-FR" sz="2000" dirty="0"/>
              <a:t>Réduction de 10% si c’est sa première commande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fr-FR" sz="20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fr-FR" sz="2000" dirty="0"/>
              <a:t>Réduction de 5€ si le client a exactement 100 points de fidélité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fr-FR" sz="20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fr-FR" sz="2000" dirty="0"/>
              <a:t>Livraison gratuite pour les clients premium et mettre shipping </a:t>
            </a:r>
            <a:r>
              <a:rPr lang="fr-FR" sz="2000" dirty="0" err="1"/>
              <a:t>true</a:t>
            </a:r>
            <a:endParaRPr lang="fr-FR" sz="2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fr-FR" sz="20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fr-FR" sz="2000" dirty="0"/>
              <a:t>Le </a:t>
            </a:r>
            <a:r>
              <a:rPr lang="fr-FR" sz="2000" dirty="0" err="1"/>
              <a:t>satus</a:t>
            </a:r>
            <a:r>
              <a:rPr lang="fr-FR" sz="2000" dirty="0"/>
              <a:t> de la commande passe a </a:t>
            </a:r>
            <a:r>
              <a:rPr lang="fr-FR" sz="2000" dirty="0" err="1"/>
              <a:t>shiped</a:t>
            </a:r>
            <a:endParaRPr lang="fr-FR" sz="20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5924419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>
          <a:extLst>
            <a:ext uri="{FF2B5EF4-FFF2-40B4-BE49-F238E27FC236}">
              <a16:creationId xmlns:a16="http://schemas.microsoft.com/office/drawing/2014/main" id="{1BFA4B25-D657-D844-E4DF-65D6C7F80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4">
            <a:extLst>
              <a:ext uri="{FF2B5EF4-FFF2-40B4-BE49-F238E27FC236}">
                <a16:creationId xmlns:a16="http://schemas.microsoft.com/office/drawing/2014/main" id="{8CE43392-87D9-4B6D-1D77-1C19EC08C456}"/>
              </a:ext>
            </a:extLst>
          </p:cNvPr>
          <p:cNvSpPr txBox="1">
            <a:spLocks noGrp="1"/>
          </p:cNvSpPr>
          <p:nvPr>
            <p:ph type="title" idx="8"/>
          </p:nvPr>
        </p:nvSpPr>
        <p:spPr>
          <a:xfrm>
            <a:off x="719988" y="45912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1"/>
                </a:solidFill>
              </a:rPr>
              <a:t>&lt;/</a:t>
            </a:r>
            <a:r>
              <a:rPr lang="en" dirty="0">
                <a:solidFill>
                  <a:schemeClr val="accent2"/>
                </a:solidFill>
              </a:rPr>
              <a:t> </a:t>
            </a:r>
            <a:r>
              <a:rPr lang="en" dirty="0">
                <a:solidFill>
                  <a:schemeClr val="tx1"/>
                </a:solidFill>
              </a:rPr>
              <a:t>Modèle user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09" name="Google Shape;309;p34">
            <a:extLst>
              <a:ext uri="{FF2B5EF4-FFF2-40B4-BE49-F238E27FC236}">
                <a16:creationId xmlns:a16="http://schemas.microsoft.com/office/drawing/2014/main" id="{B156F14F-7978-DE9A-BE84-AA23D62D204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9988" y="1155822"/>
            <a:ext cx="8091914" cy="240380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fr-FR" sz="1800" b="1" dirty="0" err="1"/>
              <a:t>name</a:t>
            </a:r>
            <a:r>
              <a:rPr lang="fr-FR" sz="1800" dirty="0"/>
              <a:t> : le nom de l’utilisateur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fr-FR"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fr-FR" sz="1800" b="1" dirty="0"/>
              <a:t>email</a:t>
            </a:r>
            <a:r>
              <a:rPr lang="fr-FR" sz="1800" dirty="0"/>
              <a:t> : l’adresse e-mail de l’utilisateur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fr-FR"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fr-FR" sz="1800" b="1" dirty="0" err="1"/>
              <a:t>isPremium</a:t>
            </a:r>
            <a:r>
              <a:rPr lang="fr-FR" sz="1800" dirty="0"/>
              <a:t> : un booléen indiquant si l’utilisateur est client premium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fr-FR"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fr-FR" sz="1800" b="1" dirty="0" err="1"/>
              <a:t>isFirstOrder</a:t>
            </a:r>
            <a:r>
              <a:rPr lang="fr-FR" sz="1800" dirty="0"/>
              <a:t> : un booléen indiquant s’il s’agit de sa première commande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fr-FR"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fr-FR" sz="1800" b="1" dirty="0" err="1"/>
              <a:t>loyaltyPoints</a:t>
            </a:r>
            <a:r>
              <a:rPr lang="fr-FR" sz="1800" dirty="0"/>
              <a:t> : un entier représentant ses points de fidélité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35157392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>
          <a:extLst>
            <a:ext uri="{FF2B5EF4-FFF2-40B4-BE49-F238E27FC236}">
              <a16:creationId xmlns:a16="http://schemas.microsoft.com/office/drawing/2014/main" id="{76902326-9E44-746E-F2EB-2CF4A016B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4">
            <a:extLst>
              <a:ext uri="{FF2B5EF4-FFF2-40B4-BE49-F238E27FC236}">
                <a16:creationId xmlns:a16="http://schemas.microsoft.com/office/drawing/2014/main" id="{69B74A65-343F-5127-AB3B-3DA82572FDA8}"/>
              </a:ext>
            </a:extLst>
          </p:cNvPr>
          <p:cNvSpPr txBox="1">
            <a:spLocks noGrp="1"/>
          </p:cNvSpPr>
          <p:nvPr>
            <p:ph type="title" idx="8"/>
          </p:nvPr>
        </p:nvSpPr>
        <p:spPr>
          <a:xfrm>
            <a:off x="719988" y="45912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solidFill>
                  <a:schemeClr val="accent1"/>
                </a:solidFill>
              </a:rPr>
              <a:t>&lt;/</a:t>
            </a:r>
            <a:r>
              <a:rPr lang="en" sz="2800" dirty="0">
                <a:solidFill>
                  <a:schemeClr val="accent2"/>
                </a:solidFill>
              </a:rPr>
              <a:t> </a:t>
            </a:r>
            <a:r>
              <a:rPr lang="en" sz="2800" dirty="0">
                <a:solidFill>
                  <a:schemeClr val="tx1"/>
                </a:solidFill>
              </a:rPr>
              <a:t>Modèle order</a:t>
            </a:r>
            <a:endParaRPr sz="2800" dirty="0">
              <a:solidFill>
                <a:schemeClr val="tx1"/>
              </a:solidFill>
            </a:endParaRPr>
          </a:p>
        </p:txBody>
      </p:sp>
      <p:sp>
        <p:nvSpPr>
          <p:cNvPr id="309" name="Google Shape;309;p34">
            <a:extLst>
              <a:ext uri="{FF2B5EF4-FFF2-40B4-BE49-F238E27FC236}">
                <a16:creationId xmlns:a16="http://schemas.microsoft.com/office/drawing/2014/main" id="{4057E49B-F54B-2F06-B0D8-2470BD6B3F5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9988" y="745478"/>
            <a:ext cx="8091914" cy="240380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fr-FR" sz="2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fr-FR" sz="2000" b="1" dirty="0"/>
              <a:t>user</a:t>
            </a:r>
            <a:r>
              <a:rPr lang="fr-FR" sz="2000" dirty="0"/>
              <a:t> : l’utilisateur ayant passé la commande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fr-FR" sz="2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fr-FR" sz="2000" b="1" dirty="0" err="1"/>
              <a:t>totalPrice</a:t>
            </a:r>
            <a:r>
              <a:rPr lang="fr-FR" sz="2000" dirty="0"/>
              <a:t> : le montant total de la commande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fr-FR" sz="2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fr-FR" sz="2000" b="1" dirty="0" err="1"/>
              <a:t>shippingCost</a:t>
            </a:r>
            <a:r>
              <a:rPr lang="fr-FR" sz="2000" dirty="0"/>
              <a:t> : le coût de la livraison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fr-FR" sz="2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fr-FR" sz="2000" b="1" dirty="0" err="1"/>
              <a:t>eligibleForFreeShipping</a:t>
            </a:r>
            <a:r>
              <a:rPr lang="fr-FR" sz="2000" dirty="0"/>
              <a:t> : un booléen indiquant si la commande est éligible à la livraison gratuite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fr-FR" sz="2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fr-FR" sz="2000" b="1" dirty="0" err="1"/>
              <a:t>loyaltyPointsApplied</a:t>
            </a:r>
            <a:r>
              <a:rPr lang="fr-FR" sz="2000" dirty="0"/>
              <a:t> : un booléen indiquant si les points de fidélité ont été utilisés</a:t>
            </a:r>
          </a:p>
        </p:txBody>
      </p:sp>
    </p:spTree>
    <p:extLst>
      <p:ext uri="{BB962C8B-B14F-4D97-AF65-F5344CB8AC3E}">
        <p14:creationId xmlns:p14="http://schemas.microsoft.com/office/powerpoint/2010/main" val="3645370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>
          <a:extLst>
            <a:ext uri="{FF2B5EF4-FFF2-40B4-BE49-F238E27FC236}">
              <a16:creationId xmlns:a16="http://schemas.microsoft.com/office/drawing/2014/main" id="{DE1BA57C-E991-A21D-CF01-6BF34ED7B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4">
            <a:extLst>
              <a:ext uri="{FF2B5EF4-FFF2-40B4-BE49-F238E27FC236}">
                <a16:creationId xmlns:a16="http://schemas.microsoft.com/office/drawing/2014/main" id="{CA087314-3A39-2C16-9C0F-80EC2706EB63}"/>
              </a:ext>
            </a:extLst>
          </p:cNvPr>
          <p:cNvSpPr txBox="1">
            <a:spLocks noGrp="1"/>
          </p:cNvSpPr>
          <p:nvPr>
            <p:ph type="title" idx="8"/>
          </p:nvPr>
        </p:nvSpPr>
        <p:spPr>
          <a:xfrm>
            <a:off x="719988" y="45912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solidFill>
                  <a:schemeClr val="accent1"/>
                </a:solidFill>
              </a:rPr>
              <a:t>&lt;/</a:t>
            </a:r>
            <a:r>
              <a:rPr lang="en" sz="2800" dirty="0">
                <a:solidFill>
                  <a:schemeClr val="accent2"/>
                </a:solidFill>
              </a:rPr>
              <a:t> </a:t>
            </a:r>
            <a:r>
              <a:rPr lang="en" sz="2800" dirty="0">
                <a:solidFill>
                  <a:schemeClr val="tx1"/>
                </a:solidFill>
              </a:rPr>
              <a:t>Modèle order</a:t>
            </a:r>
            <a:endParaRPr sz="2800" dirty="0">
              <a:solidFill>
                <a:schemeClr val="tx1"/>
              </a:solidFill>
            </a:endParaRPr>
          </a:p>
        </p:txBody>
      </p:sp>
      <p:sp>
        <p:nvSpPr>
          <p:cNvPr id="309" name="Google Shape;309;p34">
            <a:extLst>
              <a:ext uri="{FF2B5EF4-FFF2-40B4-BE49-F238E27FC236}">
                <a16:creationId xmlns:a16="http://schemas.microsoft.com/office/drawing/2014/main" id="{81D58C62-769B-A35D-51C6-8EFBC38659A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54674" y="1031828"/>
            <a:ext cx="8091914" cy="240380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fr-FR"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fr-FR"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fr-FR" sz="2000" b="1" dirty="0" err="1"/>
              <a:t>invoiceGenerated</a:t>
            </a:r>
            <a:r>
              <a:rPr lang="fr-FR" sz="2000" dirty="0"/>
              <a:t> : un booléen indiquant si une facture a été générée pour cette commande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fr-FR" sz="2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fr-FR" sz="2000" b="1" dirty="0" err="1">
                <a:solidFill>
                  <a:schemeClr val="tx1"/>
                </a:solidFill>
              </a:rPr>
              <a:t>OrderStatus</a:t>
            </a:r>
            <a:r>
              <a:rPr lang="fr-FR" sz="2000" b="1" dirty="0">
                <a:solidFill>
                  <a:schemeClr val="tx1"/>
                </a:solidFill>
              </a:rPr>
              <a:t>: </a:t>
            </a:r>
            <a:r>
              <a:rPr lang="fr-FR" sz="2000" dirty="0" err="1">
                <a:solidFill>
                  <a:schemeClr val="tx1"/>
                </a:solidFill>
              </a:rPr>
              <a:t>status</a:t>
            </a:r>
            <a:r>
              <a:rPr lang="fr-FR" sz="2000" dirty="0">
                <a:solidFill>
                  <a:schemeClr val="tx1"/>
                </a:solidFill>
              </a:rPr>
              <a:t> de la commande, trois </a:t>
            </a:r>
            <a:r>
              <a:rPr lang="fr-FR" sz="2000" dirty="0" err="1">
                <a:solidFill>
                  <a:schemeClr val="tx1"/>
                </a:solidFill>
              </a:rPr>
              <a:t>status</a:t>
            </a:r>
            <a:r>
              <a:rPr lang="fr-FR" sz="2000" dirty="0">
                <a:solidFill>
                  <a:schemeClr val="tx1"/>
                </a:solidFill>
              </a:rPr>
              <a:t> possible(</a:t>
            </a:r>
            <a:r>
              <a:rPr lang="fr-FR" sz="2000" dirty="0" err="1">
                <a:solidFill>
                  <a:schemeClr val="tx1"/>
                </a:solidFill>
              </a:rPr>
              <a:t>pending</a:t>
            </a:r>
            <a:r>
              <a:rPr lang="fr-FR" sz="2000" dirty="0">
                <a:solidFill>
                  <a:schemeClr val="tx1"/>
                </a:solidFill>
              </a:rPr>
              <a:t>, </a:t>
            </a:r>
            <a:r>
              <a:rPr lang="fr-FR" sz="2000" dirty="0" err="1">
                <a:solidFill>
                  <a:schemeClr val="tx1"/>
                </a:solidFill>
              </a:rPr>
              <a:t>shipped</a:t>
            </a:r>
            <a:r>
              <a:rPr lang="fr-FR" sz="2000" dirty="0">
                <a:solidFill>
                  <a:schemeClr val="tx1"/>
                </a:solidFill>
              </a:rPr>
              <a:t>, </a:t>
            </a:r>
            <a:r>
              <a:rPr lang="fr-FR" sz="2000" dirty="0" err="1">
                <a:solidFill>
                  <a:schemeClr val="tx1"/>
                </a:solidFill>
              </a:rPr>
              <a:t>cancelled</a:t>
            </a:r>
            <a:r>
              <a:rPr lang="fr-FR" sz="2000" dirty="0">
                <a:solidFill>
                  <a:schemeClr val="tx1"/>
                </a:solidFill>
              </a:rPr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916336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>
          <a:extLst>
            <a:ext uri="{FF2B5EF4-FFF2-40B4-BE49-F238E27FC236}">
              <a16:creationId xmlns:a16="http://schemas.microsoft.com/office/drawing/2014/main" id="{1D67297D-A445-300E-C4DA-79E59566B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4">
            <a:extLst>
              <a:ext uri="{FF2B5EF4-FFF2-40B4-BE49-F238E27FC236}">
                <a16:creationId xmlns:a16="http://schemas.microsoft.com/office/drawing/2014/main" id="{EBEDF5C0-65B7-E91B-14A6-9E80CCF6D59F}"/>
              </a:ext>
            </a:extLst>
          </p:cNvPr>
          <p:cNvSpPr txBox="1">
            <a:spLocks noGrp="1"/>
          </p:cNvSpPr>
          <p:nvPr>
            <p:ph type="title" idx="8"/>
          </p:nvPr>
        </p:nvSpPr>
        <p:spPr>
          <a:xfrm>
            <a:off x="719988" y="45912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solidFill>
                  <a:schemeClr val="accent1"/>
                </a:solidFill>
              </a:rPr>
              <a:t>&lt;/</a:t>
            </a:r>
            <a:r>
              <a:rPr lang="en" sz="2800" dirty="0">
                <a:solidFill>
                  <a:schemeClr val="accent2"/>
                </a:solidFill>
              </a:rPr>
              <a:t> </a:t>
            </a:r>
            <a:r>
              <a:rPr lang="en" sz="2800" dirty="0">
                <a:solidFill>
                  <a:schemeClr val="tx1"/>
                </a:solidFill>
              </a:rPr>
              <a:t>Instructions</a:t>
            </a:r>
            <a:endParaRPr sz="2800" dirty="0">
              <a:solidFill>
                <a:schemeClr val="tx1"/>
              </a:solidFill>
            </a:endParaRPr>
          </a:p>
        </p:txBody>
      </p:sp>
      <p:sp>
        <p:nvSpPr>
          <p:cNvPr id="309" name="Google Shape;309;p34">
            <a:extLst>
              <a:ext uri="{FF2B5EF4-FFF2-40B4-BE49-F238E27FC236}">
                <a16:creationId xmlns:a16="http://schemas.microsoft.com/office/drawing/2014/main" id="{704F55DF-BCE8-1ADA-3BAA-D0BA349D2EF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54674" y="1031827"/>
            <a:ext cx="8091914" cy="29931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fr-FR" sz="18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fr-FR" sz="1800" dirty="0"/>
              <a:t>Créer les modèles user et </a:t>
            </a:r>
            <a:r>
              <a:rPr lang="fr-FR" sz="1800" dirty="0" err="1"/>
              <a:t>order</a:t>
            </a:r>
            <a:endParaRPr lang="fr-FR" sz="1800" dirty="0">
              <a:solidFill>
                <a:schemeClr val="tx1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fr-FR" sz="1800" dirty="0">
              <a:solidFill>
                <a:schemeClr val="tx1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fr-FR" sz="18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Implémenter le système de gestion de commande avec les règles définis suivante:</a:t>
            </a:r>
          </a:p>
          <a:p>
            <a:pPr marL="742950" lvl="1" indent="-285750" algn="l">
              <a:buFont typeface="Wingdings" panose="05000000000000000000" pitchFamily="2" charset="2"/>
              <a:buChar char="Ø"/>
            </a:pPr>
            <a:r>
              <a:rPr lang="fr-FR" sz="18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First </a:t>
            </a:r>
            <a:r>
              <a:rPr lang="fr-FR" sz="1800" dirty="0" err="1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order</a:t>
            </a:r>
            <a:r>
              <a:rPr lang="fr-FR" sz="18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commande</a:t>
            </a:r>
          </a:p>
          <a:p>
            <a:pPr marL="742950" lvl="1" indent="-285750" algn="l">
              <a:buFont typeface="Wingdings" panose="05000000000000000000" pitchFamily="2" charset="2"/>
              <a:buChar char="Ø"/>
            </a:pPr>
            <a:r>
              <a:rPr lang="fr-FR" sz="1800" dirty="0" err="1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Loyality</a:t>
            </a:r>
            <a:r>
              <a:rPr lang="fr-FR" sz="18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point commande</a:t>
            </a:r>
          </a:p>
          <a:p>
            <a:pPr marL="742950" lvl="1" indent="-285750" algn="l">
              <a:buFont typeface="Wingdings" panose="05000000000000000000" pitchFamily="2" charset="2"/>
              <a:buChar char="Ø"/>
            </a:pPr>
            <a:r>
              <a:rPr lang="fr-FR" sz="18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Premium shipping commande</a:t>
            </a:r>
          </a:p>
          <a:p>
            <a:pPr marL="742950" lvl="1" indent="-285750" algn="l">
              <a:buFont typeface="Wingdings" panose="05000000000000000000" pitchFamily="2" charset="2"/>
              <a:buChar char="Ø"/>
            </a:pPr>
            <a:r>
              <a:rPr lang="fr-FR" sz="18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Set </a:t>
            </a:r>
            <a:r>
              <a:rPr lang="fr-FR" sz="1800" dirty="0" err="1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order</a:t>
            </a:r>
            <a:r>
              <a:rPr lang="fr-FR" sz="18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fr-FR" sz="1800" dirty="0" err="1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status</a:t>
            </a:r>
            <a:r>
              <a:rPr lang="fr-FR" sz="18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commande</a:t>
            </a:r>
          </a:p>
          <a:p>
            <a:pPr marL="742950" lvl="1" indent="-285750" algn="l">
              <a:buFont typeface="Wingdings" panose="05000000000000000000" pitchFamily="2" charset="2"/>
              <a:buChar char="Ø"/>
            </a:pPr>
            <a:endParaRPr lang="fr-FR" sz="1800" dirty="0">
              <a:solidFill>
                <a:schemeClr val="tx1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8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Implémenter l’exécution de ces règles sur une commande</a:t>
            </a:r>
          </a:p>
        </p:txBody>
      </p:sp>
    </p:spTree>
    <p:extLst>
      <p:ext uri="{BB962C8B-B14F-4D97-AF65-F5344CB8AC3E}">
        <p14:creationId xmlns:p14="http://schemas.microsoft.com/office/powerpoint/2010/main" val="37899604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3" name="Google Shape;543;p46"/>
          <p:cNvGrpSpPr/>
          <p:nvPr/>
        </p:nvGrpSpPr>
        <p:grpSpPr>
          <a:xfrm>
            <a:off x="6433193" y="1069351"/>
            <a:ext cx="1864833" cy="1637043"/>
            <a:chOff x="1054812" y="1029590"/>
            <a:chExt cx="3436214" cy="3912627"/>
          </a:xfrm>
        </p:grpSpPr>
        <p:sp>
          <p:nvSpPr>
            <p:cNvPr id="544" name="Google Shape;544;p46"/>
            <p:cNvSpPr/>
            <p:nvPr/>
          </p:nvSpPr>
          <p:spPr>
            <a:xfrm>
              <a:off x="1054812" y="1029617"/>
              <a:ext cx="3436200" cy="39126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46"/>
            <p:cNvSpPr/>
            <p:nvPr/>
          </p:nvSpPr>
          <p:spPr>
            <a:xfrm>
              <a:off x="1054825" y="1029590"/>
              <a:ext cx="3436200" cy="610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6" name="Google Shape;546;p46"/>
          <p:cNvSpPr txBox="1"/>
          <p:nvPr/>
        </p:nvSpPr>
        <p:spPr>
          <a:xfrm>
            <a:off x="6782232" y="1632975"/>
            <a:ext cx="1216800" cy="7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2"/>
                </a:solidFill>
              </a:rPr>
              <a:t>}</a:t>
            </a:r>
            <a:r>
              <a:rPr lang="en" sz="3600">
                <a:solidFill>
                  <a:schemeClr val="dk1"/>
                </a:solidFill>
              </a:rPr>
              <a:t> /&gt; </a:t>
            </a:r>
            <a:r>
              <a:rPr lang="en" sz="3600">
                <a:solidFill>
                  <a:schemeClr val="accent1"/>
                </a:solidFill>
              </a:rPr>
              <a:t>[</a:t>
            </a:r>
            <a:endParaRPr sz="3600">
              <a:solidFill>
                <a:schemeClr val="accent1"/>
              </a:solidFill>
            </a:endParaRPr>
          </a:p>
        </p:txBody>
      </p:sp>
      <p:sp>
        <p:nvSpPr>
          <p:cNvPr id="547" name="Google Shape;547;p46"/>
          <p:cNvSpPr txBox="1"/>
          <p:nvPr/>
        </p:nvSpPr>
        <p:spPr>
          <a:xfrm>
            <a:off x="536125" y="117311"/>
            <a:ext cx="19995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Pitch Deck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548" name="Google Shape;548;p46"/>
          <p:cNvSpPr txBox="1"/>
          <p:nvPr/>
        </p:nvSpPr>
        <p:spPr>
          <a:xfrm>
            <a:off x="3730325" y="117311"/>
            <a:ext cx="19995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20xx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549" name="Google Shape;549;p46"/>
          <p:cNvSpPr txBox="1">
            <a:spLocks noGrp="1"/>
          </p:cNvSpPr>
          <p:nvPr>
            <p:ph type="ctrTitle"/>
          </p:nvPr>
        </p:nvSpPr>
        <p:spPr>
          <a:xfrm>
            <a:off x="1736064" y="1708594"/>
            <a:ext cx="3294600" cy="9978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Merci!</a:t>
            </a:r>
            <a:endParaRPr dirty="0"/>
          </a:p>
        </p:txBody>
      </p:sp>
      <p:sp>
        <p:nvSpPr>
          <p:cNvPr id="551" name="Google Shape;551;p46"/>
          <p:cNvSpPr txBox="1"/>
          <p:nvPr/>
        </p:nvSpPr>
        <p:spPr>
          <a:xfrm>
            <a:off x="5072775" y="4170950"/>
            <a:ext cx="3260100" cy="2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120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Please keep this slide for attribution</a:t>
            </a:r>
            <a:endParaRPr>
              <a:solidFill>
                <a:schemeClr val="dk1"/>
              </a:solidFill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</p:txBody>
      </p:sp>
      <p:sp>
        <p:nvSpPr>
          <p:cNvPr id="552" name="Google Shape;552;p46"/>
          <p:cNvSpPr txBox="1"/>
          <p:nvPr/>
        </p:nvSpPr>
        <p:spPr>
          <a:xfrm>
            <a:off x="858645" y="1661653"/>
            <a:ext cx="702900" cy="6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chemeClr val="lt2"/>
                </a:solidFill>
                <a:latin typeface="Quantico"/>
                <a:ea typeface="Quantico"/>
                <a:cs typeface="Quantico"/>
                <a:sym typeface="Quantico"/>
              </a:rPr>
              <a:t>&lt;/</a:t>
            </a:r>
            <a:endParaRPr sz="3600" dirty="0">
              <a:solidFill>
                <a:schemeClr val="lt2"/>
              </a:solidFill>
            </a:endParaRPr>
          </a:p>
        </p:txBody>
      </p:sp>
      <p:sp>
        <p:nvSpPr>
          <p:cNvPr id="562" name="Google Shape;562;p46"/>
          <p:cNvSpPr txBox="1"/>
          <p:nvPr/>
        </p:nvSpPr>
        <p:spPr>
          <a:xfrm>
            <a:off x="5329650" y="2268300"/>
            <a:ext cx="702900" cy="6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/&gt;</a:t>
            </a:r>
            <a:endParaRPr sz="3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48"/>
          <p:cNvSpPr txBox="1">
            <a:spLocks noGrp="1"/>
          </p:cNvSpPr>
          <p:nvPr>
            <p:ph type="body" idx="1"/>
          </p:nvPr>
        </p:nvSpPr>
        <p:spPr>
          <a:xfrm>
            <a:off x="720000" y="1357275"/>
            <a:ext cx="4209600" cy="249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err="1">
                <a:hlinkClick r:id="rId3"/>
              </a:rPr>
              <a:t>TypeScript</a:t>
            </a:r>
            <a:r>
              <a:rPr lang="fr-FR" dirty="0">
                <a:hlinkClick r:id="rId3"/>
              </a:rPr>
              <a:t>: Documentation - </a:t>
            </a:r>
            <a:r>
              <a:rPr lang="fr-FR" dirty="0" err="1">
                <a:hlinkClick r:id="rId3"/>
              </a:rPr>
              <a:t>TypeScript</a:t>
            </a:r>
            <a:r>
              <a:rPr lang="fr-FR" dirty="0">
                <a:hlinkClick r:id="rId3"/>
              </a:rPr>
              <a:t> for JavaScript </a:t>
            </a:r>
            <a:r>
              <a:rPr lang="fr-FR" dirty="0" err="1">
                <a:hlinkClick r:id="rId3"/>
              </a:rPr>
              <a:t>Programmers</a:t>
            </a:r>
            <a:endParaRPr lang="fr-F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err="1">
                <a:hlinkClick r:id="rId4"/>
              </a:rPr>
              <a:t>Array</a:t>
            </a:r>
            <a:r>
              <a:rPr lang="fr-FR" dirty="0">
                <a:hlinkClick r:id="rId4"/>
              </a:rPr>
              <a:t> - JavaScript | MDN</a:t>
            </a:r>
            <a:endParaRPr lang="fr-F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hlinkClick r:id="rId5"/>
              </a:rPr>
              <a:t>GitHub - type-challenges/type-challenges: Collection of TypeScript type challenges with online judge</a:t>
            </a:r>
            <a:endParaRPr dirty="0"/>
          </a:p>
        </p:txBody>
      </p:sp>
      <p:sp>
        <p:nvSpPr>
          <p:cNvPr id="652" name="Google Shape;652;p48"/>
          <p:cNvSpPr txBox="1">
            <a:spLocks noGrp="1"/>
          </p:cNvSpPr>
          <p:nvPr>
            <p:ph type="title"/>
          </p:nvPr>
        </p:nvSpPr>
        <p:spPr>
          <a:xfrm>
            <a:off x="719988" y="45912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&lt;/ </a:t>
            </a:r>
            <a:r>
              <a:rPr lang="en"/>
              <a:t>Resources</a:t>
            </a:r>
            <a:endParaRPr/>
          </a:p>
        </p:txBody>
      </p:sp>
      <p:sp>
        <p:nvSpPr>
          <p:cNvPr id="653" name="Google Shape;653;p48"/>
          <p:cNvSpPr txBox="1"/>
          <p:nvPr/>
        </p:nvSpPr>
        <p:spPr>
          <a:xfrm>
            <a:off x="7721100" y="3868300"/>
            <a:ext cx="702900" cy="6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/&gt;</a:t>
            </a:r>
            <a:endParaRPr sz="3600">
              <a:solidFill>
                <a:schemeClr val="dk1"/>
              </a:solidFill>
            </a:endParaRPr>
          </a:p>
        </p:txBody>
      </p:sp>
      <p:grpSp>
        <p:nvGrpSpPr>
          <p:cNvPr id="654" name="Google Shape;654;p48"/>
          <p:cNvGrpSpPr/>
          <p:nvPr/>
        </p:nvGrpSpPr>
        <p:grpSpPr>
          <a:xfrm>
            <a:off x="6139775" y="1601350"/>
            <a:ext cx="2119748" cy="1127400"/>
            <a:chOff x="4924170" y="3441525"/>
            <a:chExt cx="3447305" cy="1127400"/>
          </a:xfrm>
        </p:grpSpPr>
        <p:sp>
          <p:nvSpPr>
            <p:cNvPr id="655" name="Google Shape;655;p48"/>
            <p:cNvSpPr/>
            <p:nvPr/>
          </p:nvSpPr>
          <p:spPr>
            <a:xfrm>
              <a:off x="4924170" y="3441525"/>
              <a:ext cx="3447300" cy="11274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48"/>
            <p:cNvSpPr/>
            <p:nvPr/>
          </p:nvSpPr>
          <p:spPr>
            <a:xfrm>
              <a:off x="4924175" y="3441525"/>
              <a:ext cx="3447300" cy="255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7" name="Google Shape;657;p48"/>
          <p:cNvSpPr txBox="1"/>
          <p:nvPr/>
        </p:nvSpPr>
        <p:spPr>
          <a:xfrm>
            <a:off x="6591257" y="1920750"/>
            <a:ext cx="1216800" cy="7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2"/>
                </a:solidFill>
              </a:rPr>
              <a:t>}</a:t>
            </a:r>
            <a:r>
              <a:rPr lang="en" sz="3600">
                <a:solidFill>
                  <a:schemeClr val="dk1"/>
                </a:solidFill>
              </a:rPr>
              <a:t> /&gt; </a:t>
            </a:r>
            <a:r>
              <a:rPr lang="en" sz="3600">
                <a:solidFill>
                  <a:schemeClr val="accent1"/>
                </a:solidFill>
              </a:rPr>
              <a:t>[</a:t>
            </a:r>
            <a:endParaRPr sz="36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w Operating System Design Pitch Deck by Slidesgo">
  <a:themeElements>
    <a:clrScheme name="Simple Light">
      <a:dk1>
        <a:srgbClr val="FFFFFF"/>
      </a:dk1>
      <a:lt1>
        <a:srgbClr val="2D323C"/>
      </a:lt1>
      <a:dk2>
        <a:srgbClr val="242830"/>
      </a:dk2>
      <a:lt2>
        <a:srgbClr val="FFDB5D"/>
      </a:lt2>
      <a:accent1>
        <a:srgbClr val="94EE6B"/>
      </a:accent1>
      <a:accent2>
        <a:srgbClr val="E81981"/>
      </a:accent2>
      <a:accent3>
        <a:srgbClr val="BD64B5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</TotalTime>
  <Words>735</Words>
  <Application>Microsoft Office PowerPoint</Application>
  <PresentationFormat>On-screen Show (16:9)</PresentationFormat>
  <Paragraphs>181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6" baseType="lpstr">
      <vt:lpstr>Quantico</vt:lpstr>
      <vt:lpstr>Arial</vt:lpstr>
      <vt:lpstr>Source Code Pro</vt:lpstr>
      <vt:lpstr>Source Code Pro Medium</vt:lpstr>
      <vt:lpstr>Denk One</vt:lpstr>
      <vt:lpstr>Anaheim</vt:lpstr>
      <vt:lpstr>Nunito Light</vt:lpstr>
      <vt:lpstr>Wingdings</vt:lpstr>
      <vt:lpstr>Fira Sans Extra Condensed</vt:lpstr>
      <vt:lpstr>New Operating System Design Pitch Deck by Slidesgo</vt:lpstr>
      <vt:lpstr>INITIATION AU LANGAGE TYPESCRIPT</vt:lpstr>
      <vt:lpstr>&lt;/ QUI SOMMES NOUS ?</vt:lpstr>
      <vt:lpstr>Introduction</vt:lpstr>
      <vt:lpstr>Introduction</vt:lpstr>
      <vt:lpstr>&lt;/ Historique</vt:lpstr>
      <vt:lpstr>&lt;/ Pourquoi typescript ?</vt:lpstr>
      <vt:lpstr>Installation et configuration</vt:lpstr>
      <vt:lpstr>&lt;/ Installation et configuration </vt:lpstr>
      <vt:lpstr>Typage</vt:lpstr>
      <vt:lpstr>&lt;/ let</vt:lpstr>
      <vt:lpstr>&lt;/ const</vt:lpstr>
      <vt:lpstr>&lt;/ Typage de base</vt:lpstr>
      <vt:lpstr>&lt;/ Types utilitaires</vt:lpstr>
      <vt:lpstr>&lt;/ Typage avancé</vt:lpstr>
      <vt:lpstr>Fonctions</vt:lpstr>
      <vt:lpstr>&lt;/ Typage  et definition de fonction</vt:lpstr>
      <vt:lpstr>Objets, Interfaces, Classes</vt:lpstr>
      <vt:lpstr>TP</vt:lpstr>
      <vt:lpstr>&lt;/ Contexte</vt:lpstr>
      <vt:lpstr>&lt;/ Règles metiers</vt:lpstr>
      <vt:lpstr>&lt;/ Modèle user</vt:lpstr>
      <vt:lpstr>&lt;/ Modèle order</vt:lpstr>
      <vt:lpstr>&lt;/ Modèle order</vt:lpstr>
      <vt:lpstr>&lt;/ Instructions</vt:lpstr>
      <vt:lpstr>Merci!</vt:lpstr>
      <vt:lpstr>&lt;/ 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Kadio, Herve fabrice</dc:creator>
  <cp:lastModifiedBy>Kadio, Herve fabrice</cp:lastModifiedBy>
  <cp:revision>42</cp:revision>
  <dcterms:modified xsi:type="dcterms:W3CDTF">2025-04-26T11:54:34Z</dcterms:modified>
</cp:coreProperties>
</file>